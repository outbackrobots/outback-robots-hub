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sldIdLst>
    <p:sldId id="372" r:id="rId2"/>
    <p:sldId id="351" r:id="rId3"/>
    <p:sldId id="352" r:id="rId4"/>
    <p:sldId id="373" r:id="rId5"/>
    <p:sldId id="353" r:id="rId6"/>
    <p:sldId id="359" r:id="rId7"/>
    <p:sldId id="309" r:id="rId8"/>
    <p:sldId id="371" r:id="rId9"/>
    <p:sldId id="355" r:id="rId10"/>
  </p:sldIdLst>
  <p:sldSz cx="9906000" cy="6858000" type="A4"/>
  <p:notesSz cx="7099300" cy="10234613"/>
  <p:embeddedFontLst>
    <p:embeddedFont>
      <p:font typeface="Berlin Sans FB" panose="020E0602020502020306" pitchFamily="34" charset="0"/>
      <p:regular r:id="rId12"/>
      <p:bold r:id="rId13"/>
    </p:embeddedFont>
    <p:embeddedFont>
      <p:font typeface="Berlin Sans FB Demi" panose="020E0802020502020306" pitchFamily="34" charset="0"/>
      <p:bold r:id="rId14"/>
    </p:embeddedFont>
  </p:embeddedFontLst>
  <p:defaultTextStyle>
    <a:defPPr>
      <a:defRPr lang="en-US"/>
    </a:defPPr>
    <a:lvl1pPr marL="0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287350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574700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86205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14940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143675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172410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201145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2298802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Overview" id="{7144915D-B6DD-4027-B5BE-5A35041DFF69}">
          <p14:sldIdLst>
            <p14:sldId id="372"/>
            <p14:sldId id="351"/>
            <p14:sldId id="352"/>
            <p14:sldId id="373"/>
            <p14:sldId id="353"/>
            <p14:sldId id="359"/>
          </p14:sldIdLst>
        </p14:section>
        <p14:section name="Recap" id="{872E96F2-1C39-4F19-99AC-8CB8086603D4}">
          <p14:sldIdLst>
            <p14:sldId id="309"/>
          </p14:sldIdLst>
        </p14:section>
        <p14:section name="Wrap Up" id="{85C9C7DE-C9E5-404F-B6C1-4A2C78765023}">
          <p14:sldIdLst>
            <p14:sldId id="371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118331-30BF-BD9E-22F5-240C9400A628}" name="Sophia Jaeger" initials="SJ" userId="S::jaeg0019@flinders.edu.au::cd671728-153b-43d2-8153-a89315e48cfc" providerId="AD"/>
  <p188:author id="{D5EEB4D4-1C6E-56FE-7676-F28F4FF861FC}" name="olmuss@student.ethz.ch" initials="ol" userId="S::urn:spo:guest#olmuss@student.ethz.ch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001"/>
    <a:srgbClr val="D4B46C"/>
    <a:srgbClr val="F8C891"/>
    <a:srgbClr val="954501"/>
    <a:srgbClr val="4A1D00"/>
    <a:srgbClr val="657736"/>
    <a:srgbClr val="C98769"/>
    <a:srgbClr val="EDB64A"/>
    <a:srgbClr val="646330"/>
    <a:srgbClr val="233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DB919-ABD6-4D05-B4ED-0A0046AE4C0E}" v="15" dt="2026-02-19T23:31:30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96" y="72"/>
      </p:cViewPr>
      <p:guideLst>
        <p:guide orient="horz" pos="777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Caruana" userId="8127e05c-6dca-40e5-92aa-d771d5dae507" providerId="ADAL" clId="{B153D80B-B4DC-4EE2-9857-C926F48E3D44}"/>
    <pc:docChg chg="custSel addSld modSld">
      <pc:chgData name="Nathan Caruana" userId="8127e05c-6dca-40e5-92aa-d771d5dae507" providerId="ADAL" clId="{B153D80B-B4DC-4EE2-9857-C926F48E3D44}" dt="2026-01-30T02:14:34.825" v="28" actId="21"/>
      <pc:docMkLst>
        <pc:docMk/>
      </pc:docMkLst>
    </pc:docChg>
  </pc:docChgLst>
  <pc:docChgLst>
    <pc:chgData name="Sophia Jaeger" userId="cd671728-153b-43d2-8153-a89315e48cfc" providerId="ADAL" clId="{9317A1B6-FBEB-4118-93FD-03EF7FE0C42D}"/>
    <pc:docChg chg="undo redo custSel addSld delSld modSld sldOrd modMainMaster addSection delSection modSection">
      <pc:chgData name="Sophia Jaeger" userId="cd671728-153b-43d2-8153-a89315e48cfc" providerId="ADAL" clId="{9317A1B6-FBEB-4118-93FD-03EF7FE0C42D}" dt="2026-02-19T23:31:30.553" v="22931"/>
      <pc:docMkLst>
        <pc:docMk/>
      </pc:docMkLst>
      <pc:sldChg chg="addSp delSp modSp new mod modClrScheme modShow chgLayout">
        <pc:chgData name="Sophia Jaeger" userId="cd671728-153b-43d2-8153-a89315e48cfc" providerId="ADAL" clId="{9317A1B6-FBEB-4118-93FD-03EF7FE0C42D}" dt="2026-02-18T05:30:28.896" v="20858" actId="20577"/>
        <pc:sldMkLst>
          <pc:docMk/>
          <pc:sldMk cId="543766611" sldId="309"/>
        </pc:sldMkLst>
        <pc:spChg chg="mod ord">
          <ac:chgData name="Sophia Jaeger" userId="cd671728-153b-43d2-8153-a89315e48cfc" providerId="ADAL" clId="{9317A1B6-FBEB-4118-93FD-03EF7FE0C42D}" dt="2026-02-16T00:46:28.613" v="20514" actId="700"/>
          <ac:spMkLst>
            <pc:docMk/>
            <pc:sldMk cId="543766611" sldId="309"/>
            <ac:spMk id="2" creationId="{7BC60519-3D20-551C-1134-EBEDA4528689}"/>
          </ac:spMkLst>
        </pc:spChg>
        <pc:spChg chg="add del mod">
          <ac:chgData name="Sophia Jaeger" userId="cd671728-153b-43d2-8153-a89315e48cfc" providerId="ADAL" clId="{9317A1B6-FBEB-4118-93FD-03EF7FE0C42D}" dt="2026-02-18T05:25:33.616" v="20756" actId="478"/>
          <ac:spMkLst>
            <pc:docMk/>
            <pc:sldMk cId="543766611" sldId="309"/>
            <ac:spMk id="3" creationId="{C700D954-801F-60B8-38BB-62AB0BB143ED}"/>
          </ac:spMkLst>
        </pc:spChg>
        <pc:spChg chg="add del mod">
          <ac:chgData name="Sophia Jaeger" userId="cd671728-153b-43d2-8153-a89315e48cfc" providerId="ADAL" clId="{9317A1B6-FBEB-4118-93FD-03EF7FE0C42D}" dt="2026-02-18T05:25:28.649" v="20755" actId="478"/>
          <ac:spMkLst>
            <pc:docMk/>
            <pc:sldMk cId="543766611" sldId="309"/>
            <ac:spMk id="4" creationId="{27E6A66C-BE03-3BC4-9044-0644AE40DD33}"/>
          </ac:spMkLst>
        </pc:spChg>
        <pc:spChg chg="add mod ord">
          <ac:chgData name="Sophia Jaeger" userId="cd671728-153b-43d2-8153-a89315e48cfc" providerId="ADAL" clId="{9317A1B6-FBEB-4118-93FD-03EF7FE0C42D}" dt="2026-02-16T00:46:28.613" v="20514" actId="700"/>
          <ac:spMkLst>
            <pc:docMk/>
            <pc:sldMk cId="543766611" sldId="309"/>
            <ac:spMk id="6" creationId="{4DA2A84D-8DF5-F27D-7826-C68281A8840C}"/>
          </ac:spMkLst>
        </pc:spChg>
        <pc:spChg chg="add del mod">
          <ac:chgData name="Sophia Jaeger" userId="cd671728-153b-43d2-8153-a89315e48cfc" providerId="ADAL" clId="{9317A1B6-FBEB-4118-93FD-03EF7FE0C42D}" dt="2026-02-18T05:25:37.244" v="20757"/>
          <ac:spMkLst>
            <pc:docMk/>
            <pc:sldMk cId="543766611" sldId="309"/>
            <ac:spMk id="7" creationId="{F8F3D2FD-9771-6195-48F2-DBF609E1B12D}"/>
          </ac:spMkLst>
        </pc:spChg>
        <pc:spChg chg="add mod">
          <ac:chgData name="Sophia Jaeger" userId="cd671728-153b-43d2-8153-a89315e48cfc" providerId="ADAL" clId="{9317A1B6-FBEB-4118-93FD-03EF7FE0C42D}" dt="2026-02-18T05:30:28.896" v="20858" actId="20577"/>
          <ac:spMkLst>
            <pc:docMk/>
            <pc:sldMk cId="543766611" sldId="309"/>
            <ac:spMk id="8" creationId="{09648C8D-617D-EA83-61D8-BE8A880CC8A0}"/>
          </ac:spMkLst>
        </pc:spChg>
      </pc:sldChg>
      <pc:sldChg chg="addSp delSp modSp new add del mod modShow">
        <pc:chgData name="Sophia Jaeger" userId="cd671728-153b-43d2-8153-a89315e48cfc" providerId="ADAL" clId="{9317A1B6-FBEB-4118-93FD-03EF7FE0C42D}" dt="2026-02-13T03:43:11.764" v="20456" actId="404"/>
        <pc:sldMkLst>
          <pc:docMk/>
          <pc:sldMk cId="2790588895" sldId="351"/>
        </pc:sldMkLst>
        <pc:spChg chg="add mod">
          <ac:chgData name="Sophia Jaeger" userId="cd671728-153b-43d2-8153-a89315e48cfc" providerId="ADAL" clId="{9317A1B6-FBEB-4118-93FD-03EF7FE0C42D}" dt="2026-02-09T01:16:09.935" v="17626"/>
          <ac:spMkLst>
            <pc:docMk/>
            <pc:sldMk cId="2790588895" sldId="351"/>
            <ac:spMk id="5" creationId="{D789FFFD-EF36-330F-4125-4379F745FF83}"/>
          </ac:spMkLst>
        </pc:spChg>
        <pc:spChg chg="add mod">
          <ac:chgData name="Sophia Jaeger" userId="cd671728-153b-43d2-8153-a89315e48cfc" providerId="ADAL" clId="{9317A1B6-FBEB-4118-93FD-03EF7FE0C42D}" dt="2026-02-13T03:43:11.764" v="20456" actId="404"/>
          <ac:spMkLst>
            <pc:docMk/>
            <pc:sldMk cId="2790588895" sldId="351"/>
            <ac:spMk id="6" creationId="{73E62CC9-1B28-18A7-CC52-50EB57FDE7EA}"/>
          </ac:spMkLst>
        </pc:spChg>
      </pc:sldChg>
      <pc:sldChg chg="addSp delSp modSp new add del mod modShow">
        <pc:chgData name="Sophia Jaeger" userId="cd671728-153b-43d2-8153-a89315e48cfc" providerId="ADAL" clId="{9317A1B6-FBEB-4118-93FD-03EF7FE0C42D}" dt="2026-02-19T23:29:16.835" v="22827" actId="20577"/>
        <pc:sldMkLst>
          <pc:docMk/>
          <pc:sldMk cId="3485535442" sldId="352"/>
        </pc:sldMkLst>
        <pc:spChg chg="add mod">
          <ac:chgData name="Sophia Jaeger" userId="cd671728-153b-43d2-8153-a89315e48cfc" providerId="ADAL" clId="{9317A1B6-FBEB-4118-93FD-03EF7FE0C42D}" dt="2026-02-19T23:29:16.835" v="22827" actId="20577"/>
          <ac:spMkLst>
            <pc:docMk/>
            <pc:sldMk cId="3485535442" sldId="352"/>
            <ac:spMk id="7" creationId="{1123B11A-1646-BCAB-265A-0C82AA3D20CD}"/>
          </ac:spMkLst>
        </pc:spChg>
        <pc:spChg chg="add mod">
          <ac:chgData name="Sophia Jaeger" userId="cd671728-153b-43d2-8153-a89315e48cfc" providerId="ADAL" clId="{9317A1B6-FBEB-4118-93FD-03EF7FE0C42D}" dt="2026-02-19T23:29:07.720" v="22825" actId="20577"/>
          <ac:spMkLst>
            <pc:docMk/>
            <pc:sldMk cId="3485535442" sldId="352"/>
            <ac:spMk id="8" creationId="{DEC0E1BD-7849-F375-4DEA-618FC22075E8}"/>
          </ac:spMkLst>
        </pc:spChg>
      </pc:sldChg>
      <pc:sldChg chg="addSp delSp modSp new add del mod modShow">
        <pc:chgData name="Sophia Jaeger" userId="cd671728-153b-43d2-8153-a89315e48cfc" providerId="ADAL" clId="{9317A1B6-FBEB-4118-93FD-03EF7FE0C42D}" dt="2026-02-18T05:30:11.753" v="20853" actId="6549"/>
        <pc:sldMkLst>
          <pc:docMk/>
          <pc:sldMk cId="725145585" sldId="353"/>
        </pc:sldMkLst>
        <pc:spChg chg="add mod">
          <ac:chgData name="Sophia Jaeger" userId="cd671728-153b-43d2-8153-a89315e48cfc" providerId="ADAL" clId="{9317A1B6-FBEB-4118-93FD-03EF7FE0C42D}" dt="2026-02-18T05:30:11.753" v="20853" actId="6549"/>
          <ac:spMkLst>
            <pc:docMk/>
            <pc:sldMk cId="725145585" sldId="353"/>
            <ac:spMk id="5" creationId="{6AF99E4E-0D5C-04CA-C40F-53FE2D2BC65A}"/>
          </ac:spMkLst>
        </pc:spChg>
        <pc:spChg chg="add mod">
          <ac:chgData name="Sophia Jaeger" userId="cd671728-153b-43d2-8153-a89315e48cfc" providerId="ADAL" clId="{9317A1B6-FBEB-4118-93FD-03EF7FE0C42D}" dt="2026-02-13T03:43:39.778" v="20461" actId="255"/>
          <ac:spMkLst>
            <pc:docMk/>
            <pc:sldMk cId="725145585" sldId="353"/>
            <ac:spMk id="6" creationId="{4518DE7A-DC54-DA4B-6DE9-467E1F3F284F}"/>
          </ac:spMkLst>
        </pc:spChg>
      </pc:sldChg>
      <pc:sldChg chg="modSp new mod">
        <pc:chgData name="Sophia Jaeger" userId="cd671728-153b-43d2-8153-a89315e48cfc" providerId="ADAL" clId="{9317A1B6-FBEB-4118-93FD-03EF7FE0C42D}" dt="2026-02-09T01:39:00.354" v="17965" actId="20577"/>
        <pc:sldMkLst>
          <pc:docMk/>
          <pc:sldMk cId="2852150750" sldId="355"/>
        </pc:sldMkLst>
        <pc:spChg chg="mod">
          <ac:chgData name="Sophia Jaeger" userId="cd671728-153b-43d2-8153-a89315e48cfc" providerId="ADAL" clId="{9317A1B6-FBEB-4118-93FD-03EF7FE0C42D}" dt="2026-02-09T01:39:00.354" v="17965" actId="20577"/>
          <ac:spMkLst>
            <pc:docMk/>
            <pc:sldMk cId="2852150750" sldId="355"/>
            <ac:spMk id="3" creationId="{B718FE30-23A8-AFDD-958C-2AFAA59B5734}"/>
          </ac:spMkLst>
        </pc:spChg>
      </pc:sldChg>
      <pc:sldChg chg="modSp new mod">
        <pc:chgData name="Sophia Jaeger" userId="cd671728-153b-43d2-8153-a89315e48cfc" providerId="ADAL" clId="{9317A1B6-FBEB-4118-93FD-03EF7FE0C42D}" dt="2026-02-18T05:30:21.331" v="20856" actId="1076"/>
        <pc:sldMkLst>
          <pc:docMk/>
          <pc:sldMk cId="1680331620" sldId="359"/>
        </pc:sldMkLst>
        <pc:spChg chg="mod">
          <ac:chgData name="Sophia Jaeger" userId="cd671728-153b-43d2-8153-a89315e48cfc" providerId="ADAL" clId="{9317A1B6-FBEB-4118-93FD-03EF7FE0C42D}" dt="2026-02-18T05:30:16.393" v="20855" actId="20577"/>
          <ac:spMkLst>
            <pc:docMk/>
            <pc:sldMk cId="1680331620" sldId="359"/>
            <ac:spMk id="3" creationId="{9007315D-FBC3-890A-E2BB-3A777825064F}"/>
          </ac:spMkLst>
        </pc:spChg>
        <pc:spChg chg="mod">
          <ac:chgData name="Sophia Jaeger" userId="cd671728-153b-43d2-8153-a89315e48cfc" providerId="ADAL" clId="{9317A1B6-FBEB-4118-93FD-03EF7FE0C42D}" dt="2026-02-18T05:30:21.331" v="20856" actId="1076"/>
          <ac:spMkLst>
            <pc:docMk/>
            <pc:sldMk cId="1680331620" sldId="359"/>
            <ac:spMk id="4" creationId="{A0C3465F-4FAE-FE4B-8079-80D9DA6E379E}"/>
          </ac:spMkLst>
        </pc:spChg>
      </pc:sldChg>
      <pc:sldChg chg="modSp new del mod">
        <pc:chgData name="Sophia Jaeger" userId="cd671728-153b-43d2-8153-a89315e48cfc" providerId="ADAL" clId="{9317A1B6-FBEB-4118-93FD-03EF7FE0C42D}" dt="2026-02-18T06:10:48.336" v="20862" actId="47"/>
        <pc:sldMkLst>
          <pc:docMk/>
          <pc:sldMk cId="2356334735" sldId="370"/>
        </pc:sldMkLst>
      </pc:sldChg>
      <pc:sldChg chg="modSp new mod ord">
        <pc:chgData name="Sophia Jaeger" userId="cd671728-153b-43d2-8153-a89315e48cfc" providerId="ADAL" clId="{9317A1B6-FBEB-4118-93FD-03EF7FE0C42D}" dt="2026-02-18T05:30:33.936" v="20860"/>
        <pc:sldMkLst>
          <pc:docMk/>
          <pc:sldMk cId="923499938" sldId="371"/>
        </pc:sldMkLst>
        <pc:spChg chg="mod">
          <ac:chgData name="Sophia Jaeger" userId="cd671728-153b-43d2-8153-a89315e48cfc" providerId="ADAL" clId="{9317A1B6-FBEB-4118-93FD-03EF7FE0C42D}" dt="2026-02-13T03:45:11.808" v="20486" actId="20577"/>
          <ac:spMkLst>
            <pc:docMk/>
            <pc:sldMk cId="923499938" sldId="371"/>
            <ac:spMk id="3" creationId="{FAEE4E71-5876-A2C4-FD26-CE548216836A}"/>
          </ac:spMkLst>
        </pc:spChg>
      </pc:sldChg>
      <pc:sldChg chg="add">
        <pc:chgData name="Sophia Jaeger" userId="cd671728-153b-43d2-8153-a89315e48cfc" providerId="ADAL" clId="{9317A1B6-FBEB-4118-93FD-03EF7FE0C42D}" dt="2026-02-18T06:10:46.711" v="20861"/>
        <pc:sldMkLst>
          <pc:docMk/>
          <pc:sldMk cId="654126261" sldId="372"/>
        </pc:sldMkLst>
      </pc:sldChg>
      <pc:sldChg chg="addSp delSp modSp new mod">
        <pc:chgData name="Sophia Jaeger" userId="cd671728-153b-43d2-8153-a89315e48cfc" providerId="ADAL" clId="{9317A1B6-FBEB-4118-93FD-03EF7FE0C42D}" dt="2026-02-19T23:31:30.553" v="22931"/>
        <pc:sldMkLst>
          <pc:docMk/>
          <pc:sldMk cId="2957732044" sldId="373"/>
        </pc:sldMkLst>
        <pc:spChg chg="mod">
          <ac:chgData name="Sophia Jaeger" userId="cd671728-153b-43d2-8153-a89315e48cfc" providerId="ADAL" clId="{9317A1B6-FBEB-4118-93FD-03EF7FE0C42D}" dt="2026-02-18T06:11:21.013" v="20869" actId="20577"/>
          <ac:spMkLst>
            <pc:docMk/>
            <pc:sldMk cId="2957732044" sldId="373"/>
            <ac:spMk id="2" creationId="{6BD3616B-3332-6167-775E-C90305964EF0}"/>
          </ac:spMkLst>
        </pc:spChg>
        <pc:spChg chg="mod">
          <ac:chgData name="Sophia Jaeger" userId="cd671728-153b-43d2-8153-a89315e48cfc" providerId="ADAL" clId="{9317A1B6-FBEB-4118-93FD-03EF7FE0C42D}" dt="2026-02-19T23:30:51.386" v="22913" actId="1076"/>
          <ac:spMkLst>
            <pc:docMk/>
            <pc:sldMk cId="2957732044" sldId="373"/>
            <ac:spMk id="3" creationId="{2E4CCD00-8387-BBF2-3003-B908F1ACF298}"/>
          </ac:spMkLst>
        </pc:spChg>
        <pc:spChg chg="add mod">
          <ac:chgData name="Sophia Jaeger" userId="cd671728-153b-43d2-8153-a89315e48cfc" providerId="ADAL" clId="{9317A1B6-FBEB-4118-93FD-03EF7FE0C42D}" dt="2026-02-19T23:31:30.553" v="22931"/>
          <ac:spMkLst>
            <pc:docMk/>
            <pc:sldMk cId="2957732044" sldId="373"/>
            <ac:spMk id="4" creationId="{2DCD4245-B4D9-2E13-E324-6C220B137129}"/>
          </ac:spMkLst>
        </pc:spChg>
        <pc:spChg chg="add mod">
          <ac:chgData name="Sophia Jaeger" userId="cd671728-153b-43d2-8153-a89315e48cfc" providerId="ADAL" clId="{9317A1B6-FBEB-4118-93FD-03EF7FE0C42D}" dt="2026-02-19T23:08:33.089" v="22516" actId="1076"/>
          <ac:spMkLst>
            <pc:docMk/>
            <pc:sldMk cId="2957732044" sldId="373"/>
            <ac:spMk id="5" creationId="{2561DFF1-1E6E-86FA-B2E5-2BCC6B1C17E7}"/>
          </ac:spMkLst>
        </pc:spChg>
        <pc:spChg chg="add del mod">
          <ac:chgData name="Sophia Jaeger" userId="cd671728-153b-43d2-8153-a89315e48cfc" providerId="ADAL" clId="{9317A1B6-FBEB-4118-93FD-03EF7FE0C42D}" dt="2026-02-19T23:31:27.546" v="22927" actId="478"/>
          <ac:spMkLst>
            <pc:docMk/>
            <pc:sldMk cId="2957732044" sldId="373"/>
            <ac:spMk id="6" creationId="{0A7AF012-6FD6-2023-67D9-2026B166AA8B}"/>
          </ac:spMkLst>
        </pc:spChg>
        <pc:spChg chg="add del mod">
          <ac:chgData name="Sophia Jaeger" userId="cd671728-153b-43d2-8153-a89315e48cfc" providerId="ADAL" clId="{9317A1B6-FBEB-4118-93FD-03EF7FE0C42D}" dt="2026-02-19T23:31:06.156" v="22915" actId="478"/>
          <ac:spMkLst>
            <pc:docMk/>
            <pc:sldMk cId="2957732044" sldId="373"/>
            <ac:spMk id="7" creationId="{B885BF78-60A4-572A-2138-CE9920A11805}"/>
          </ac:spMkLst>
        </pc:spChg>
        <pc:spChg chg="add del mod">
          <ac:chgData name="Sophia Jaeger" userId="cd671728-153b-43d2-8153-a89315e48cfc" providerId="ADAL" clId="{9317A1B6-FBEB-4118-93FD-03EF7FE0C42D}" dt="2026-02-19T23:31:17.546" v="22921" actId="478"/>
          <ac:spMkLst>
            <pc:docMk/>
            <pc:sldMk cId="2957732044" sldId="373"/>
            <ac:spMk id="8" creationId="{3F93C029-901A-B858-9B22-851C80C24619}"/>
          </ac:spMkLst>
        </pc:spChg>
        <pc:spChg chg="add mod">
          <ac:chgData name="Sophia Jaeger" userId="cd671728-153b-43d2-8153-a89315e48cfc" providerId="ADAL" clId="{9317A1B6-FBEB-4118-93FD-03EF7FE0C42D}" dt="2026-02-19T23:17:09.922" v="22779" actId="20577"/>
          <ac:spMkLst>
            <pc:docMk/>
            <pc:sldMk cId="2957732044" sldId="373"/>
            <ac:spMk id="9" creationId="{EC7B972B-9728-0468-9811-ADA5BC1F7194}"/>
          </ac:spMkLst>
        </pc:spChg>
        <pc:spChg chg="add mod">
          <ac:chgData name="Sophia Jaeger" userId="cd671728-153b-43d2-8153-a89315e48cfc" providerId="ADAL" clId="{9317A1B6-FBEB-4118-93FD-03EF7FE0C42D}" dt="2026-02-19T23:30:47.050" v="22912" actId="1076"/>
          <ac:spMkLst>
            <pc:docMk/>
            <pc:sldMk cId="2957732044" sldId="373"/>
            <ac:spMk id="10" creationId="{2CCDF26D-9B96-BC6E-FE2F-D0756959C42A}"/>
          </ac:spMkLst>
        </pc:spChg>
        <pc:spChg chg="add mod">
          <ac:chgData name="Sophia Jaeger" userId="cd671728-153b-43d2-8153-a89315e48cfc" providerId="ADAL" clId="{9317A1B6-FBEB-4118-93FD-03EF7FE0C42D}" dt="2026-02-18T06:23:42.022" v="21509" actId="1076"/>
          <ac:spMkLst>
            <pc:docMk/>
            <pc:sldMk cId="2957732044" sldId="373"/>
            <ac:spMk id="12" creationId="{92A590EF-46EE-AA55-CE11-07630A19D55E}"/>
          </ac:spMkLst>
        </pc:spChg>
      </pc:sldChg>
      <pc:sldMasterChg chg="addSldLayout delSldLayout modSldLayout sldLayoutOrd">
        <pc:chgData name="Sophia Jaeger" userId="cd671728-153b-43d2-8153-a89315e48cfc" providerId="ADAL" clId="{9317A1B6-FBEB-4118-93FD-03EF7FE0C42D}" dt="2026-02-18T05:29:56.627" v="20851" actId="20577"/>
        <pc:sldMasterMkLst>
          <pc:docMk/>
          <pc:sldMasterMk cId="0" sldId="2147483648"/>
        </pc:sldMasterMkLst>
        <pc:sldLayoutChg chg="addSp delSp modSp add mod modTransition">
          <pc:chgData name="Sophia Jaeger" userId="cd671728-153b-43d2-8153-a89315e48cfc" providerId="ADAL" clId="{9317A1B6-FBEB-4118-93FD-03EF7FE0C42D}" dt="2026-02-13T03:39:05.562" v="20452" actId="2711"/>
          <pc:sldLayoutMkLst>
            <pc:docMk/>
            <pc:sldMasterMk cId="0" sldId="2147483648"/>
            <pc:sldLayoutMk cId="2141331247" sldId="2147483660"/>
          </pc:sldLayoutMkLst>
          <pc:spChg chg="add mod ord">
            <ac:chgData name="Sophia Jaeger" userId="cd671728-153b-43d2-8153-a89315e48cfc" providerId="ADAL" clId="{9317A1B6-FBEB-4118-93FD-03EF7FE0C42D}" dt="2026-02-04T00:55:05.197" v="149" actId="166"/>
            <ac:spMkLst>
              <pc:docMk/>
              <pc:sldMasterMk cId="0" sldId="2147483648"/>
              <pc:sldLayoutMk cId="2141331247" sldId="2147483660"/>
              <ac:spMk id="15" creationId="{D4EEF2F4-F265-5776-B0FA-4273352353B8}"/>
            </ac:spMkLst>
          </pc:spChg>
          <pc:spChg chg="add mod">
            <ac:chgData name="Sophia Jaeger" userId="cd671728-153b-43d2-8153-a89315e48cfc" providerId="ADAL" clId="{9317A1B6-FBEB-4118-93FD-03EF7FE0C42D}" dt="2026-02-04T00:44:02.241" v="68" actId="403"/>
            <ac:spMkLst>
              <pc:docMk/>
              <pc:sldMasterMk cId="0" sldId="2147483648"/>
              <pc:sldLayoutMk cId="2141331247" sldId="2147483660"/>
              <ac:spMk id="16" creationId="{C90C31D1-3273-8445-7D75-66C63F7B2D87}"/>
            </ac:spMkLst>
          </pc:spChg>
          <pc:spChg chg="add del mod">
            <ac:chgData name="Sophia Jaeger" userId="cd671728-153b-43d2-8153-a89315e48cfc" providerId="ADAL" clId="{9317A1B6-FBEB-4118-93FD-03EF7FE0C42D}" dt="2026-02-09T01:29:05.729" v="17817" actId="948"/>
            <ac:spMkLst>
              <pc:docMk/>
              <pc:sldMasterMk cId="0" sldId="2147483648"/>
              <pc:sldLayoutMk cId="2141331247" sldId="2147483660"/>
              <ac:spMk id="19" creationId="{CB6885BD-C1F1-475F-3121-CB4E0EB036B1}"/>
            </ac:spMkLst>
          </pc:spChg>
          <pc:spChg chg="add mod">
            <ac:chgData name="Sophia Jaeger" userId="cd671728-153b-43d2-8153-a89315e48cfc" providerId="ADAL" clId="{9317A1B6-FBEB-4118-93FD-03EF7FE0C42D}" dt="2026-02-13T03:39:05.562" v="20452" actId="2711"/>
            <ac:spMkLst>
              <pc:docMk/>
              <pc:sldMasterMk cId="0" sldId="2147483648"/>
              <pc:sldLayoutMk cId="2141331247" sldId="2147483660"/>
              <ac:spMk id="22" creationId="{2F955B45-F53B-0441-FD52-A63954BCA84F}"/>
            </ac:spMkLst>
          </pc:spChg>
          <pc:picChg chg="add mod modCrop">
            <ac:chgData name="Sophia Jaeger" userId="cd671728-153b-43d2-8153-a89315e48cfc" providerId="ADAL" clId="{9317A1B6-FBEB-4118-93FD-03EF7FE0C42D}" dt="2026-02-04T00:44:27.380" v="71" actId="1076"/>
            <ac:picMkLst>
              <pc:docMk/>
              <pc:sldMasterMk cId="0" sldId="2147483648"/>
              <pc:sldLayoutMk cId="2141331247" sldId="2147483660"/>
              <ac:picMk id="3" creationId="{B49DCCFE-3224-52EF-65B1-6B9F30C97046}"/>
            </ac:picMkLst>
          </pc:picChg>
        </pc:sldLayoutChg>
        <pc:sldLayoutChg chg="addSp modSp add mod modTransition setBg">
          <pc:chgData name="Sophia Jaeger" userId="cd671728-153b-43d2-8153-a89315e48cfc" providerId="ADAL" clId="{9317A1B6-FBEB-4118-93FD-03EF7FE0C42D}" dt="2026-02-18T05:29:56.627" v="20851" actId="20577"/>
          <pc:sldLayoutMkLst>
            <pc:docMk/>
            <pc:sldMasterMk cId="0" sldId="2147483648"/>
            <pc:sldLayoutMk cId="2128526365" sldId="2147483661"/>
          </pc:sldLayoutMkLst>
          <pc:spChg chg="add mod">
            <ac:chgData name="Sophia Jaeger" userId="cd671728-153b-43d2-8153-a89315e48cfc" providerId="ADAL" clId="{9317A1B6-FBEB-4118-93FD-03EF7FE0C42D}" dt="2026-02-09T00:57:39.439" v="17408" actId="1076"/>
            <ac:spMkLst>
              <pc:docMk/>
              <pc:sldMasterMk cId="0" sldId="2147483648"/>
              <pc:sldLayoutMk cId="2128526365" sldId="2147483661"/>
              <ac:spMk id="2" creationId="{BE5BE60F-BE44-7330-E4C6-70B48F51570B}"/>
            </ac:spMkLst>
          </pc:spChg>
          <pc:spChg chg="add mod">
            <ac:chgData name="Sophia Jaeger" userId="cd671728-153b-43d2-8153-a89315e48cfc" providerId="ADAL" clId="{9317A1B6-FBEB-4118-93FD-03EF7FE0C42D}" dt="2026-02-18T05:29:56.627" v="20851" actId="20577"/>
            <ac:spMkLst>
              <pc:docMk/>
              <pc:sldMasterMk cId="0" sldId="2147483648"/>
              <pc:sldLayoutMk cId="2128526365" sldId="2147483661"/>
              <ac:spMk id="4" creationId="{3B9802CB-591A-1275-3137-F625F2284A04}"/>
            </ac:spMkLst>
          </pc:spChg>
          <pc:spChg chg="add mod">
            <ac:chgData name="Sophia Jaeger" userId="cd671728-153b-43d2-8153-a89315e48cfc" providerId="ADAL" clId="{9317A1B6-FBEB-4118-93FD-03EF7FE0C42D}" dt="2026-02-09T01:15:20.035" v="17617" actId="20577"/>
            <ac:spMkLst>
              <pc:docMk/>
              <pc:sldMasterMk cId="0" sldId="2147483648"/>
              <pc:sldLayoutMk cId="2128526365" sldId="2147483661"/>
              <ac:spMk id="6" creationId="{8749D651-F82D-8B45-BCD0-7BCDD201A2BF}"/>
            </ac:spMkLst>
          </pc:spChg>
        </pc:sldLayoutChg>
        <pc:sldLayoutChg chg="modSp add mod modTransition setBg">
          <pc:chgData name="Sophia Jaeger" userId="cd671728-153b-43d2-8153-a89315e48cfc" providerId="ADAL" clId="{9317A1B6-FBEB-4118-93FD-03EF7FE0C42D}" dt="2026-02-13T03:39:11.552" v="20453" actId="2711"/>
          <pc:sldLayoutMkLst>
            <pc:docMk/>
            <pc:sldMasterMk cId="0" sldId="2147483648"/>
            <pc:sldLayoutMk cId="2380000601" sldId="2147483662"/>
          </pc:sldLayoutMkLst>
          <pc:spChg chg="mod">
            <ac:chgData name="Sophia Jaeger" userId="cd671728-153b-43d2-8153-a89315e48cfc" providerId="ADAL" clId="{9317A1B6-FBEB-4118-93FD-03EF7FE0C42D}" dt="2026-02-09T00:57:35.999" v="17407" actId="1076"/>
            <ac:spMkLst>
              <pc:docMk/>
              <pc:sldMasterMk cId="0" sldId="2147483648"/>
              <pc:sldLayoutMk cId="2380000601" sldId="2147483662"/>
              <ac:spMk id="2" creationId="{BE5BE60F-BE44-7330-E4C6-70B48F51570B}"/>
            </ac:spMkLst>
          </pc:spChg>
          <pc:spChg chg="mod">
            <ac:chgData name="Sophia Jaeger" userId="cd671728-153b-43d2-8153-a89315e48cfc" providerId="ADAL" clId="{9317A1B6-FBEB-4118-93FD-03EF7FE0C42D}" dt="2026-02-13T03:39:11.552" v="20453" actId="2711"/>
            <ac:spMkLst>
              <pc:docMk/>
              <pc:sldMasterMk cId="0" sldId="2147483648"/>
              <pc:sldLayoutMk cId="2380000601" sldId="2147483662"/>
              <ac:spMk id="4" creationId="{3B9802CB-591A-1275-3137-F625F2284A04}"/>
            </ac:spMkLst>
          </pc:spChg>
          <pc:spChg chg="mod">
            <ac:chgData name="Sophia Jaeger" userId="cd671728-153b-43d2-8153-a89315e48cfc" providerId="ADAL" clId="{9317A1B6-FBEB-4118-93FD-03EF7FE0C42D}" dt="2026-02-09T01:15:32.675" v="17622" actId="14100"/>
            <ac:spMkLst>
              <pc:docMk/>
              <pc:sldMasterMk cId="0" sldId="2147483648"/>
              <pc:sldLayoutMk cId="2380000601" sldId="2147483662"/>
              <ac:spMk id="6" creationId="{8749D651-F82D-8B45-BCD0-7BCDD201A2BF}"/>
            </ac:spMkLst>
          </pc:spChg>
        </pc:sldLayoutChg>
        <pc:sldLayoutChg chg="modSp add mod ord modTransition">
          <pc:chgData name="Sophia Jaeger" userId="cd671728-153b-43d2-8153-a89315e48cfc" providerId="ADAL" clId="{9317A1B6-FBEB-4118-93FD-03EF7FE0C42D}" dt="2026-02-18T05:28:28.664" v="20761" actId="948"/>
          <pc:sldLayoutMkLst>
            <pc:docMk/>
            <pc:sldMasterMk cId="0" sldId="2147483648"/>
            <pc:sldLayoutMk cId="664183296" sldId="2147483663"/>
          </pc:sldLayoutMkLst>
          <pc:spChg chg="mod">
            <ac:chgData name="Sophia Jaeger" userId="cd671728-153b-43d2-8153-a89315e48cfc" providerId="ADAL" clId="{9317A1B6-FBEB-4118-93FD-03EF7FE0C42D}" dt="2026-02-18T05:28:28.664" v="20761" actId="948"/>
            <ac:spMkLst>
              <pc:docMk/>
              <pc:sldMasterMk cId="0" sldId="2147483648"/>
              <pc:sldLayoutMk cId="664183296" sldId="2147483663"/>
              <ac:spMk id="4" creationId="{3B9802CB-591A-1275-3137-F625F2284A04}"/>
            </ac:spMkLst>
          </pc:spChg>
          <pc:spChg chg="mod">
            <ac:chgData name="Sophia Jaeger" userId="cd671728-153b-43d2-8153-a89315e48cfc" providerId="ADAL" clId="{9317A1B6-FBEB-4118-93FD-03EF7FE0C42D}" dt="2026-02-09T01:15:05.535" v="17613" actId="20577"/>
            <ac:spMkLst>
              <pc:docMk/>
              <pc:sldMasterMk cId="0" sldId="2147483648"/>
              <pc:sldLayoutMk cId="664183296" sldId="2147483663"/>
              <ac:spMk id="6" creationId="{8749D651-F82D-8B45-BCD0-7BCDD201A2BF}"/>
            </ac:spMkLst>
          </pc:spChg>
        </pc:sldLayoutChg>
        <pc:sldLayoutChg chg="addSp delSp modSp add mod modTransition">
          <pc:chgData name="Sophia Jaeger" userId="cd671728-153b-43d2-8153-a89315e48cfc" providerId="ADAL" clId="{9317A1B6-FBEB-4118-93FD-03EF7FE0C42D}" dt="2026-02-09T04:59:29.703" v="20015" actId="122"/>
          <pc:sldLayoutMkLst>
            <pc:docMk/>
            <pc:sldMasterMk cId="0" sldId="2147483648"/>
            <pc:sldLayoutMk cId="4272942293" sldId="2147483664"/>
          </pc:sldLayoutMkLst>
          <pc:spChg chg="add mod">
            <ac:chgData name="Sophia Jaeger" userId="cd671728-153b-43d2-8153-a89315e48cfc" providerId="ADAL" clId="{9317A1B6-FBEB-4118-93FD-03EF7FE0C42D}" dt="2026-02-09T04:59:29.703" v="20015" actId="122"/>
            <ac:spMkLst>
              <pc:docMk/>
              <pc:sldMasterMk cId="0" sldId="2147483648"/>
              <pc:sldLayoutMk cId="4272942293" sldId="2147483664"/>
              <ac:spMk id="19" creationId="{0EF95CC5-C21E-0073-07E7-2CD172A9A312}"/>
            </ac:spMkLst>
          </pc:spChg>
          <pc:spChg chg="add mod">
            <ac:chgData name="Sophia Jaeger" userId="cd671728-153b-43d2-8153-a89315e48cfc" providerId="ADAL" clId="{9317A1B6-FBEB-4118-93FD-03EF7FE0C42D}" dt="2026-02-09T04:59:29.703" v="20015" actId="122"/>
            <ac:spMkLst>
              <pc:docMk/>
              <pc:sldMasterMk cId="0" sldId="2147483648"/>
              <pc:sldLayoutMk cId="4272942293" sldId="2147483664"/>
              <ac:spMk id="24" creationId="{9F30B442-FAC0-F840-25E7-234BDCB152A6}"/>
            </ac:spMkLst>
          </pc:spChg>
          <pc:picChg chg="add mod">
            <ac:chgData name="Sophia Jaeger" userId="cd671728-153b-43d2-8153-a89315e48cfc" providerId="ADAL" clId="{9317A1B6-FBEB-4118-93FD-03EF7FE0C42D}" dt="2026-02-09T01:21:08.146" v="17724" actId="1076"/>
            <ac:picMkLst>
              <pc:docMk/>
              <pc:sldMasterMk cId="0" sldId="2147483648"/>
              <pc:sldLayoutMk cId="4272942293" sldId="2147483664"/>
              <ac:picMk id="13" creationId="{3A977D53-E7A1-E496-AE18-9DC42DD46B48}"/>
            </ac:picMkLst>
          </pc:picChg>
          <pc:picChg chg="add mod">
            <ac:chgData name="Sophia Jaeger" userId="cd671728-153b-43d2-8153-a89315e48cfc" providerId="ADAL" clId="{9317A1B6-FBEB-4118-93FD-03EF7FE0C42D}" dt="2026-02-09T01:18:52.201" v="17676" actId="1076"/>
            <ac:picMkLst>
              <pc:docMk/>
              <pc:sldMasterMk cId="0" sldId="2147483648"/>
              <pc:sldLayoutMk cId="4272942293" sldId="2147483664"/>
              <ac:picMk id="15" creationId="{29319691-0263-AF09-A977-1CC8E8988BA9}"/>
            </ac:picMkLst>
          </pc:picChg>
          <pc:picChg chg="add mod">
            <ac:chgData name="Sophia Jaeger" userId="cd671728-153b-43d2-8153-a89315e48cfc" providerId="ADAL" clId="{9317A1B6-FBEB-4118-93FD-03EF7FE0C42D}" dt="2026-02-09T01:18:52.201" v="17676" actId="1076"/>
            <ac:picMkLst>
              <pc:docMk/>
              <pc:sldMasterMk cId="0" sldId="2147483648"/>
              <pc:sldLayoutMk cId="4272942293" sldId="2147483664"/>
              <ac:picMk id="16" creationId="{6D968147-B0E4-120F-C42A-3E6720014B7D}"/>
            </ac:picMkLst>
          </pc:picChg>
          <pc:picChg chg="add mod">
            <ac:chgData name="Sophia Jaeger" userId="cd671728-153b-43d2-8153-a89315e48cfc" providerId="ADAL" clId="{9317A1B6-FBEB-4118-93FD-03EF7FE0C42D}" dt="2026-02-09T01:18:52.201" v="17676" actId="1076"/>
            <ac:picMkLst>
              <pc:docMk/>
              <pc:sldMasterMk cId="0" sldId="2147483648"/>
              <pc:sldLayoutMk cId="4272942293" sldId="2147483664"/>
              <ac:picMk id="17" creationId="{C96CE8FE-3AEA-67FA-2AD7-C7D5BE658A74}"/>
            </ac:picMkLst>
          </pc:picChg>
        </pc:sldLayoutChg>
      </pc:sldMasterChg>
    </pc:docChg>
  </pc:docChgLst>
  <pc:docChgLst>
    <pc:chgData name="Sophia Jaeger" userId="cd671728-153b-43d2-8153-a89315e48cfc" providerId="ADAL" clId="{4108DB21-E8EE-4783-A79B-AFF5CD9BBC9F}"/>
    <pc:docChg chg="custSel addSld delSld modSld">
      <pc:chgData name="Sophia Jaeger" userId="cd671728-153b-43d2-8153-a89315e48cfc" providerId="ADAL" clId="{4108DB21-E8EE-4783-A79B-AFF5CD9BBC9F}" dt="2026-02-19T01:31:07.060" v="339" actId="1076"/>
      <pc:docMkLst>
        <pc:docMk/>
      </pc:docMkLst>
      <pc:sldChg chg="modSp mod">
        <pc:chgData name="Sophia Jaeger" userId="cd671728-153b-43d2-8153-a89315e48cfc" providerId="ADAL" clId="{4108DB21-E8EE-4783-A79B-AFF5CD9BBC9F}" dt="2026-02-19T01:31:07.060" v="339" actId="1076"/>
        <pc:sldMkLst>
          <pc:docMk/>
          <pc:sldMk cId="2957732044" sldId="373"/>
        </pc:sldMkLst>
        <pc:spChg chg="mod">
          <ac:chgData name="Sophia Jaeger" userId="cd671728-153b-43d2-8153-a89315e48cfc" providerId="ADAL" clId="{4108DB21-E8EE-4783-A79B-AFF5CD9BBC9F}" dt="2026-02-19T01:31:07.060" v="339" actId="1076"/>
          <ac:spMkLst>
            <pc:docMk/>
            <pc:sldMk cId="2957732044" sldId="373"/>
            <ac:spMk id="6" creationId="{0A7AF012-6FD6-2023-67D9-2026B166AA8B}"/>
          </ac:spMkLst>
        </pc:spChg>
        <pc:spChg chg="mod">
          <ac:chgData name="Sophia Jaeger" userId="cd671728-153b-43d2-8153-a89315e48cfc" providerId="ADAL" clId="{4108DB21-E8EE-4783-A79B-AFF5CD9BBC9F}" dt="2026-02-19T01:30:35.097" v="270" actId="20577"/>
          <ac:spMkLst>
            <pc:docMk/>
            <pc:sldMk cId="2957732044" sldId="373"/>
            <ac:spMk id="10" creationId="{2CCDF26D-9B96-BC6E-FE2F-D0756959C4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F5AEF-4F6C-41E2-869B-89F90C9BC9CB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9525"/>
            <a:ext cx="49911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E2FB7-BCAC-4152-98AC-87135F10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4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66958"/>
            <a:ext cx="10104120" cy="5292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1399032"/>
            <a:ext cx="8321040" cy="6309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37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75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13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50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88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26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64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017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1F1D-C242-463A-9118-CEC8A32732E1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F71B-FE01-41BB-BA09-F81DE1617D4D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1586489"/>
            <a:ext cx="10104120" cy="490347"/>
          </a:xfrm>
        </p:spPr>
        <p:txBody>
          <a:bodyPr anchor="t"/>
          <a:lstStyle>
            <a:lvl1pPr algn="l">
              <a:defRPr sz="208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1046422"/>
            <a:ext cx="10104120" cy="540067"/>
          </a:xfrm>
        </p:spPr>
        <p:txBody>
          <a:bodyPr anchor="b"/>
          <a:lstStyle>
            <a:lvl1pPr marL="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1pPr>
            <a:lvl2pPr marL="237717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2pPr>
            <a:lvl3pPr marL="475433" indent="0">
              <a:buNone/>
              <a:defRPr sz="832">
                <a:solidFill>
                  <a:schemeClr val="tx1">
                    <a:tint val="75000"/>
                  </a:schemeClr>
                </a:solidFill>
              </a:defRPr>
            </a:lvl3pPr>
            <a:lvl4pPr marL="713150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4pPr>
            <a:lvl5pPr marL="950867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5pPr>
            <a:lvl6pPr marL="1188584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6pPr>
            <a:lvl7pPr marL="1426300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7pPr>
            <a:lvl8pPr marL="1664017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8pPr>
            <a:lvl9pPr marL="1901734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2404-A312-4657-8292-B0E4B798C0E7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576077"/>
            <a:ext cx="5250180" cy="1629347"/>
          </a:xfrm>
        </p:spPr>
        <p:txBody>
          <a:bodyPr/>
          <a:lstStyle>
            <a:lvl1pPr>
              <a:defRPr sz="1456"/>
            </a:lvl1pPr>
            <a:lvl2pPr>
              <a:defRPr sz="1248"/>
            </a:lvl2pPr>
            <a:lvl3pPr>
              <a:defRPr sz="1040"/>
            </a:lvl3pPr>
            <a:lvl4pPr>
              <a:defRPr sz="936"/>
            </a:lvl4pPr>
            <a:lvl5pPr>
              <a:defRPr sz="936"/>
            </a:lvl5pPr>
            <a:lvl6pPr>
              <a:defRPr sz="936"/>
            </a:lvl6pPr>
            <a:lvl7pPr>
              <a:defRPr sz="936"/>
            </a:lvl7pPr>
            <a:lvl8pPr>
              <a:defRPr sz="936"/>
            </a:lvl8pPr>
            <a:lvl9pPr>
              <a:defRPr sz="9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576077"/>
            <a:ext cx="5250180" cy="1629347"/>
          </a:xfrm>
        </p:spPr>
        <p:txBody>
          <a:bodyPr/>
          <a:lstStyle>
            <a:lvl1pPr>
              <a:defRPr sz="1456"/>
            </a:lvl1pPr>
            <a:lvl2pPr>
              <a:defRPr sz="1248"/>
            </a:lvl2pPr>
            <a:lvl3pPr>
              <a:defRPr sz="1040"/>
            </a:lvl3pPr>
            <a:lvl4pPr>
              <a:defRPr sz="936"/>
            </a:lvl4pPr>
            <a:lvl5pPr>
              <a:defRPr sz="936"/>
            </a:lvl5pPr>
            <a:lvl6pPr>
              <a:defRPr sz="936"/>
            </a:lvl6pPr>
            <a:lvl7pPr>
              <a:defRPr sz="936"/>
            </a:lvl7pPr>
            <a:lvl8pPr>
              <a:defRPr sz="936"/>
            </a:lvl8pPr>
            <a:lvl9pPr>
              <a:defRPr sz="9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4A73-44BC-44C3-B99F-A0232951B267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2" y="552641"/>
            <a:ext cx="5252244" cy="230314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717" indent="0">
              <a:buNone/>
              <a:defRPr sz="1040" b="1"/>
            </a:lvl2pPr>
            <a:lvl3pPr marL="475433" indent="0">
              <a:buNone/>
              <a:defRPr sz="936" b="1"/>
            </a:lvl3pPr>
            <a:lvl4pPr marL="713150" indent="0">
              <a:buNone/>
              <a:defRPr sz="832" b="1"/>
            </a:lvl4pPr>
            <a:lvl5pPr marL="950867" indent="0">
              <a:buNone/>
              <a:defRPr sz="832" b="1"/>
            </a:lvl5pPr>
            <a:lvl6pPr marL="1188584" indent="0">
              <a:buNone/>
              <a:defRPr sz="832" b="1"/>
            </a:lvl6pPr>
            <a:lvl7pPr marL="1426300" indent="0">
              <a:buNone/>
              <a:defRPr sz="832" b="1"/>
            </a:lvl7pPr>
            <a:lvl8pPr marL="1664017" indent="0">
              <a:buNone/>
              <a:defRPr sz="832" b="1"/>
            </a:lvl8pPr>
            <a:lvl9pPr marL="1901734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2" y="782955"/>
            <a:ext cx="5252244" cy="1422464"/>
          </a:xfrm>
        </p:spPr>
        <p:txBody>
          <a:bodyPr/>
          <a:lstStyle>
            <a:lvl1pPr>
              <a:defRPr sz="1248"/>
            </a:lvl1pPr>
            <a:lvl2pPr>
              <a:defRPr sz="1040"/>
            </a:lvl2pPr>
            <a:lvl3pPr>
              <a:defRPr sz="936"/>
            </a:lvl3pPr>
            <a:lvl4pPr>
              <a:defRPr sz="832"/>
            </a:lvl4pPr>
            <a:lvl5pPr>
              <a:defRPr sz="832"/>
            </a:lvl5pPr>
            <a:lvl6pPr>
              <a:defRPr sz="832"/>
            </a:lvl6pPr>
            <a:lvl7pPr>
              <a:defRPr sz="832"/>
            </a:lvl7pPr>
            <a:lvl8pPr>
              <a:defRPr sz="832"/>
            </a:lvl8pPr>
            <a:lvl9pPr>
              <a:defRPr sz="8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8533" y="552641"/>
            <a:ext cx="5254308" cy="230314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717" indent="0">
              <a:buNone/>
              <a:defRPr sz="1040" b="1"/>
            </a:lvl2pPr>
            <a:lvl3pPr marL="475433" indent="0">
              <a:buNone/>
              <a:defRPr sz="936" b="1"/>
            </a:lvl3pPr>
            <a:lvl4pPr marL="713150" indent="0">
              <a:buNone/>
              <a:defRPr sz="832" b="1"/>
            </a:lvl4pPr>
            <a:lvl5pPr marL="950867" indent="0">
              <a:buNone/>
              <a:defRPr sz="832" b="1"/>
            </a:lvl5pPr>
            <a:lvl6pPr marL="1188584" indent="0">
              <a:buNone/>
              <a:defRPr sz="832" b="1"/>
            </a:lvl6pPr>
            <a:lvl7pPr marL="1426300" indent="0">
              <a:buNone/>
              <a:defRPr sz="832" b="1"/>
            </a:lvl7pPr>
            <a:lvl8pPr marL="1664017" indent="0">
              <a:buNone/>
              <a:defRPr sz="832" b="1"/>
            </a:lvl8pPr>
            <a:lvl9pPr marL="1901734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38533" y="782955"/>
            <a:ext cx="5254308" cy="1422464"/>
          </a:xfrm>
        </p:spPr>
        <p:txBody>
          <a:bodyPr/>
          <a:lstStyle>
            <a:lvl1pPr>
              <a:defRPr sz="1248"/>
            </a:lvl1pPr>
            <a:lvl2pPr>
              <a:defRPr sz="1040"/>
            </a:lvl2pPr>
            <a:lvl3pPr>
              <a:defRPr sz="936"/>
            </a:lvl3pPr>
            <a:lvl4pPr>
              <a:defRPr sz="832"/>
            </a:lvl4pPr>
            <a:lvl5pPr>
              <a:defRPr sz="832"/>
            </a:lvl5pPr>
            <a:lvl6pPr>
              <a:defRPr sz="832"/>
            </a:lvl6pPr>
            <a:lvl7pPr>
              <a:defRPr sz="832"/>
            </a:lvl7pPr>
            <a:lvl8pPr>
              <a:defRPr sz="832"/>
            </a:lvl8pPr>
            <a:lvl9pPr>
              <a:defRPr sz="8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2FDD-77D0-4A09-A7BF-76E5C63CBF2F}" type="datetime1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76FE-512A-4774-A2B9-2BDC34E4BD18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bg>
      <p:bgPr>
        <a:solidFill>
          <a:srgbClr val="F6E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3A977D53-E7A1-E496-AE18-9DC42DD46B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 t="20614" r="15436" b="29893"/>
          <a:stretch>
            <a:fillRect/>
          </a:stretch>
        </p:blipFill>
        <p:spPr>
          <a:xfrm>
            <a:off x="764540" y="279554"/>
            <a:ext cx="8376919" cy="3995361"/>
          </a:xfrm>
          <a:prstGeom prst="rect">
            <a:avLst/>
          </a:prstGeom>
        </p:spPr>
      </p:pic>
      <p:pic>
        <p:nvPicPr>
          <p:cNvPr id="15" name="Picture 2" descr="Logo of Montebello Foundation with three shapes similar to human forms embracing each one a different colour">
            <a:extLst>
              <a:ext uri="{FF2B5EF4-FFF2-40B4-BE49-F238E27FC236}">
                <a16:creationId xmlns:a16="http://schemas.microsoft.com/office/drawing/2014/main" id="{29319691-0263-AF09-A977-1CC8E8988B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928" y="5808593"/>
            <a:ext cx="2798445" cy="76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6D968147-B0E4-120F-C42A-3E6720014B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461" y="5922068"/>
            <a:ext cx="1880465" cy="551162"/>
          </a:xfrm>
          <a:prstGeom prst="rect">
            <a:avLst/>
          </a:prstGeom>
        </p:spPr>
      </p:pic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C96CE8FE-3AEA-67FA-2AD7-C7D5BE658A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88" y="5909759"/>
            <a:ext cx="1880465" cy="55877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EF95CC5-C21E-0073-07E7-2CD172A9A3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076583"/>
            <a:ext cx="9906000" cy="1015663"/>
          </a:xfrm>
          <a:noFill/>
        </p:spPr>
        <p:txBody>
          <a:bodyPr wrap="square" lIns="91440" tIns="45720" rIns="91440" bIns="45720">
            <a:spAutoFit/>
          </a:bodyPr>
          <a:lstStyle>
            <a:lvl1pPr algn="ctr">
              <a:buNone/>
              <a:defRPr lang="en-US" sz="6000" kern="1200" dirty="0" smtClean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  <a:lvl2pPr>
              <a:defRPr lang="en-US" sz="1131" dirty="0" smtClean="0"/>
            </a:lvl2pPr>
            <a:lvl3pPr>
              <a:defRPr lang="en-US" sz="1131" dirty="0" smtClean="0"/>
            </a:lvl3pPr>
            <a:lvl4pPr>
              <a:defRPr lang="en-US" sz="1131" dirty="0" smtClean="0"/>
            </a:lvl4pPr>
            <a:lvl5pPr>
              <a:defRPr lang="en-AU" sz="1131" dirty="0"/>
            </a:lvl5pPr>
          </a:lstStyle>
          <a:p>
            <a:pPr marL="0" lvl="0" algn="ctr" defTabSz="574700"/>
            <a:r>
              <a:rPr lang="en-US" dirty="0"/>
              <a:t>Lesson X – Title: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9F30B442-FAC0-F840-25E7-234BDCB15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991262"/>
            <a:ext cx="9906000" cy="769441"/>
          </a:xfrm>
          <a:noFill/>
        </p:spPr>
        <p:txBody>
          <a:bodyPr wrap="square" lIns="91440" tIns="45720" rIns="91440" bIns="45720">
            <a:spAutoFit/>
          </a:bodyPr>
          <a:lstStyle>
            <a:lvl1pPr algn="ctr">
              <a:buNone/>
              <a:defRPr lang="en-US" sz="4400" kern="1200" dirty="0" smtClean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  <a:lvl2pPr>
              <a:defRPr lang="en-US" sz="1131" dirty="0" smtClean="0"/>
            </a:lvl2pPr>
            <a:lvl3pPr>
              <a:defRPr lang="en-US" sz="1131" dirty="0" smtClean="0"/>
            </a:lvl3pPr>
            <a:lvl4pPr>
              <a:defRPr lang="en-US" sz="1131" dirty="0" smtClean="0"/>
            </a:lvl4pPr>
            <a:lvl5pPr>
              <a:defRPr lang="en-AU" sz="1131" dirty="0"/>
            </a:lvl5pPr>
          </a:lstStyle>
          <a:p>
            <a:pPr marL="0" lvl="0" algn="ctr" defTabSz="57470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7294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_Content">
    <p:bg>
      <p:bgPr>
        <a:solidFill>
          <a:srgbClr val="F6E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B6885BD-C1F1-475F-3121-CB4E0EB036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549236"/>
            <a:ext cx="5505450" cy="952500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Slide Heading</a:t>
            </a:r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F955B45-F53B-0441-FD52-A63954BCA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396" y="1933575"/>
            <a:ext cx="8254554" cy="3562350"/>
          </a:xfrm>
        </p:spPr>
        <p:txBody>
          <a:bodyPr>
            <a:noAutofit/>
          </a:bodyPr>
          <a:lstStyle>
            <a:lvl1pPr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1pPr>
            <a:lvl2pPr>
              <a:buFont typeface="Wingdings" panose="05000000000000000000" pitchFamily="2" charset="2"/>
              <a:buChar char="§"/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2pPr>
            <a:lvl3pPr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3pPr>
            <a:lvl4pPr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4pPr>
            <a:lvl5pPr>
              <a:defRPr lang="en-AU" sz="2800" b="0" kern="1200" cap="none" spc="0" dirty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133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_Overview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E5BE60F-BE44-7330-E4C6-70B48F515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675788"/>
            <a:ext cx="5505450" cy="952500"/>
          </a:xfrm>
        </p:spPr>
        <p:txBody>
          <a:bodyPr>
            <a:noAutofit/>
          </a:bodyPr>
          <a:lstStyle>
            <a:lvl1pPr marL="0" indent="0" algn="l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Heading</a:t>
            </a:r>
            <a:endParaRPr lang="en-AU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B9802CB-591A-1275-3137-F625F2284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96" y="1765146"/>
            <a:ext cx="8254554" cy="3562350"/>
          </a:xfrm>
        </p:spPr>
        <p:txBody>
          <a:bodyPr>
            <a:noAutofit/>
          </a:bodyPr>
          <a:lstStyle>
            <a:lvl1pPr>
              <a:lnSpc>
                <a:spcPts val="2600"/>
              </a:lnSpc>
              <a:spcBef>
                <a:spcPts val="60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>
              <a:lnSpc>
                <a:spcPts val="2600"/>
              </a:lnSpc>
              <a:spcBef>
                <a:spcPts val="60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>
              <a:lnSpc>
                <a:spcPts val="2600"/>
              </a:lnSpc>
              <a:spcBef>
                <a:spcPts val="60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>
              <a:lnSpc>
                <a:spcPts val="2600"/>
              </a:lnSpc>
              <a:spcBef>
                <a:spcPts val="600"/>
              </a:spcBef>
              <a:defRPr lang="en-AU" sz="1600" b="0" kern="1200" cap="none" spc="0" dirty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D651-F82D-8B45-BCD0-7BCDD201A2BF}"/>
              </a:ext>
            </a:extLst>
          </p:cNvPr>
          <p:cNvSpPr txBox="1"/>
          <p:nvPr userDrawn="1"/>
        </p:nvSpPr>
        <p:spPr>
          <a:xfrm>
            <a:off x="298939" y="0"/>
            <a:ext cx="662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/>
              <a:t>Teacher-only slide – Lesson Overview</a:t>
            </a:r>
            <a:endParaRPr lang="en-AU" sz="3200" b="1" i="1" dirty="0"/>
          </a:p>
        </p:txBody>
      </p:sp>
    </p:spTree>
    <p:extLst>
      <p:ext uri="{BB962C8B-B14F-4D97-AF65-F5344CB8AC3E}">
        <p14:creationId xmlns:p14="http://schemas.microsoft.com/office/powerpoint/2010/main" val="66418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_Gu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E5BE60F-BE44-7330-E4C6-70B48F515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675788"/>
            <a:ext cx="5505450" cy="952500"/>
          </a:xfrm>
        </p:spPr>
        <p:txBody>
          <a:bodyPr>
            <a:noAutofit/>
          </a:bodyPr>
          <a:lstStyle>
            <a:lvl1pPr marL="0" indent="0" algn="l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Heading</a:t>
            </a:r>
            <a:endParaRPr lang="en-AU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B9802CB-591A-1275-3137-F625F2284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96" y="1765146"/>
            <a:ext cx="8254554" cy="3562350"/>
          </a:xfrm>
        </p:spPr>
        <p:txBody>
          <a:bodyPr>
            <a:noAutofit/>
          </a:bodyPr>
          <a:lstStyle>
            <a:lvl1pPr>
              <a:lnSpc>
                <a:spcPts val="2600"/>
              </a:lnSpc>
              <a:spcBef>
                <a:spcPts val="600"/>
              </a:spcBef>
              <a:defRPr lang="en-US" sz="1600" b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600" b="0" i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>
              <a:lnSpc>
                <a:spcPts val="2600"/>
              </a:lnSpc>
              <a:spcBef>
                <a:spcPts val="600"/>
              </a:spcBef>
              <a:defRPr lang="en-US" sz="1400" b="0" i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400" b="0" i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AU" sz="1400" b="0" i="1" kern="1200" cap="none" spc="0" dirty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Teacher note:</a:t>
            </a:r>
          </a:p>
          <a:p>
            <a:pPr lvl="1"/>
            <a:r>
              <a:rPr lang="en-US" dirty="0"/>
              <a:t>“Second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level”</a:t>
            </a:r>
          </a:p>
          <a:p>
            <a:pPr lvl="0"/>
            <a:r>
              <a:rPr lang="en-US" dirty="0"/>
              <a:t>Example instruction: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D651-F82D-8B45-BCD0-7BCDD201A2BF}"/>
              </a:ext>
            </a:extLst>
          </p:cNvPr>
          <p:cNvSpPr txBox="1"/>
          <p:nvPr userDrawn="1"/>
        </p:nvSpPr>
        <p:spPr>
          <a:xfrm>
            <a:off x="325315" y="0"/>
            <a:ext cx="662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/>
              <a:t>Teacher-only slide – Instruction Guide</a:t>
            </a:r>
            <a:endParaRPr lang="en-AU" sz="3200" b="1" i="1" dirty="0"/>
          </a:p>
        </p:txBody>
      </p:sp>
    </p:spTree>
    <p:extLst>
      <p:ext uri="{BB962C8B-B14F-4D97-AF65-F5344CB8AC3E}">
        <p14:creationId xmlns:p14="http://schemas.microsoft.com/office/powerpoint/2010/main" val="212852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Extension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2000">
              <a:srgbClr val="A86831"/>
            </a:gs>
            <a:gs pos="100000">
              <a:srgbClr val="954501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E5BE60F-BE44-7330-E4C6-70B48F515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663266"/>
            <a:ext cx="5505450" cy="952500"/>
          </a:xfrm>
        </p:spPr>
        <p:txBody>
          <a:bodyPr>
            <a:noAutofit/>
          </a:bodyPr>
          <a:lstStyle>
            <a:lvl1pPr marL="0" indent="0" algn="l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Heading</a:t>
            </a:r>
            <a:endParaRPr lang="en-AU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B9802CB-591A-1275-3137-F625F2284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96" y="1746278"/>
            <a:ext cx="8254554" cy="3562350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spcBef>
                <a:spcPts val="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1pPr>
            <a:lvl2pPr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2pPr>
            <a:lvl3pPr>
              <a:lnSpc>
                <a:spcPts val="3400"/>
              </a:lnSpc>
              <a:spcBef>
                <a:spcPts val="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3pPr>
            <a:lvl4pPr>
              <a:lnSpc>
                <a:spcPts val="3400"/>
              </a:lnSpc>
              <a:spcBef>
                <a:spcPts val="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4pPr>
            <a:lvl5pPr>
              <a:lnSpc>
                <a:spcPts val="3400"/>
              </a:lnSpc>
              <a:spcBef>
                <a:spcPts val="0"/>
              </a:spcBef>
              <a:defRPr lang="en-AU" sz="1600" b="0" kern="1200" cap="none" spc="0" dirty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D651-F82D-8B45-BCD0-7BCDD201A2BF}"/>
              </a:ext>
            </a:extLst>
          </p:cNvPr>
          <p:cNvSpPr txBox="1"/>
          <p:nvPr userDrawn="1"/>
        </p:nvSpPr>
        <p:spPr>
          <a:xfrm>
            <a:off x="137160" y="0"/>
            <a:ext cx="68175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/>
              <a:t>Teacher-only slide – Content Extension</a:t>
            </a:r>
            <a:endParaRPr lang="en-AU" sz="3200" b="1" i="1" dirty="0"/>
          </a:p>
        </p:txBody>
      </p:sp>
    </p:spTree>
    <p:extLst>
      <p:ext uri="{BB962C8B-B14F-4D97-AF65-F5344CB8AC3E}">
        <p14:creationId xmlns:p14="http://schemas.microsoft.com/office/powerpoint/2010/main" val="23800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98298"/>
            <a:ext cx="3910807" cy="418338"/>
          </a:xfrm>
        </p:spPr>
        <p:txBody>
          <a:bodyPr anchor="b"/>
          <a:lstStyle>
            <a:lvl1pPr algn="l">
              <a:defRPr sz="104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572" y="98303"/>
            <a:ext cx="6645275" cy="2107121"/>
          </a:xfrm>
        </p:spPr>
        <p:txBody>
          <a:bodyPr/>
          <a:lstStyle>
            <a:lvl1pPr>
              <a:defRPr sz="1664"/>
            </a:lvl1pPr>
            <a:lvl2pPr>
              <a:defRPr sz="1456"/>
            </a:lvl2pPr>
            <a:lvl3pPr>
              <a:defRPr sz="1248"/>
            </a:lvl3pPr>
            <a:lvl4pPr>
              <a:defRPr sz="1040"/>
            </a:lvl4pPr>
            <a:lvl5pPr>
              <a:defRPr sz="1040"/>
            </a:lvl5pPr>
            <a:lvl6pPr>
              <a:defRPr sz="1040"/>
            </a:lvl6pPr>
            <a:lvl7pPr>
              <a:defRPr sz="1040"/>
            </a:lvl7pPr>
            <a:lvl8pPr>
              <a:defRPr sz="1040"/>
            </a:lvl8pPr>
            <a:lvl9pPr>
              <a:defRPr sz="10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16641"/>
            <a:ext cx="3910807" cy="1688783"/>
          </a:xfrm>
        </p:spPr>
        <p:txBody>
          <a:bodyPr/>
          <a:lstStyle>
            <a:lvl1pPr marL="0" indent="0">
              <a:buNone/>
              <a:defRPr sz="728"/>
            </a:lvl1pPr>
            <a:lvl2pPr marL="237717" indent="0">
              <a:buNone/>
              <a:defRPr sz="624"/>
            </a:lvl2pPr>
            <a:lvl3pPr marL="475433" indent="0">
              <a:buNone/>
              <a:defRPr sz="520"/>
            </a:lvl3pPr>
            <a:lvl4pPr marL="713150" indent="0">
              <a:buNone/>
              <a:defRPr sz="468"/>
            </a:lvl4pPr>
            <a:lvl5pPr marL="950867" indent="0">
              <a:buNone/>
              <a:defRPr sz="468"/>
            </a:lvl5pPr>
            <a:lvl6pPr marL="1188584" indent="0">
              <a:buNone/>
              <a:defRPr sz="468"/>
            </a:lvl6pPr>
            <a:lvl7pPr marL="1426300" indent="0">
              <a:buNone/>
              <a:defRPr sz="468"/>
            </a:lvl7pPr>
            <a:lvl8pPr marL="1664017" indent="0">
              <a:buNone/>
              <a:defRPr sz="468"/>
            </a:lvl8pPr>
            <a:lvl9pPr marL="1901734" indent="0">
              <a:buNone/>
              <a:defRPr sz="4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B74-615C-44D1-8875-0F95FDB4ACF1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974" y="1728216"/>
            <a:ext cx="7132320" cy="204026"/>
          </a:xfrm>
        </p:spPr>
        <p:txBody>
          <a:bodyPr anchor="b"/>
          <a:lstStyle>
            <a:lvl1pPr algn="l">
              <a:defRPr sz="104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29974" y="220599"/>
            <a:ext cx="7132320" cy="1481328"/>
          </a:xfrm>
        </p:spPr>
        <p:txBody>
          <a:bodyPr/>
          <a:lstStyle>
            <a:lvl1pPr marL="0" indent="0">
              <a:buNone/>
              <a:defRPr sz="1664"/>
            </a:lvl1pPr>
            <a:lvl2pPr marL="237717" indent="0">
              <a:buNone/>
              <a:defRPr sz="1456"/>
            </a:lvl2pPr>
            <a:lvl3pPr marL="475433" indent="0">
              <a:buNone/>
              <a:defRPr sz="1248"/>
            </a:lvl3pPr>
            <a:lvl4pPr marL="713150" indent="0">
              <a:buNone/>
              <a:defRPr sz="1040"/>
            </a:lvl4pPr>
            <a:lvl5pPr marL="950867" indent="0">
              <a:buNone/>
              <a:defRPr sz="1040"/>
            </a:lvl5pPr>
            <a:lvl6pPr marL="1188584" indent="0">
              <a:buNone/>
              <a:defRPr sz="1040"/>
            </a:lvl6pPr>
            <a:lvl7pPr marL="1426300" indent="0">
              <a:buNone/>
              <a:defRPr sz="1040"/>
            </a:lvl7pPr>
            <a:lvl8pPr marL="1664017" indent="0">
              <a:buNone/>
              <a:defRPr sz="1040"/>
            </a:lvl8pPr>
            <a:lvl9pPr marL="1901734" indent="0">
              <a:buNone/>
              <a:defRPr sz="104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9974" y="1932242"/>
            <a:ext cx="7132320" cy="289750"/>
          </a:xfrm>
        </p:spPr>
        <p:txBody>
          <a:bodyPr/>
          <a:lstStyle>
            <a:lvl1pPr marL="0" indent="0">
              <a:buNone/>
              <a:defRPr sz="728"/>
            </a:lvl1pPr>
            <a:lvl2pPr marL="237717" indent="0">
              <a:buNone/>
              <a:defRPr sz="624"/>
            </a:lvl2pPr>
            <a:lvl3pPr marL="475433" indent="0">
              <a:buNone/>
              <a:defRPr sz="520"/>
            </a:lvl3pPr>
            <a:lvl4pPr marL="713150" indent="0">
              <a:buNone/>
              <a:defRPr sz="468"/>
            </a:lvl4pPr>
            <a:lvl5pPr marL="950867" indent="0">
              <a:buNone/>
              <a:defRPr sz="468"/>
            </a:lvl5pPr>
            <a:lvl6pPr marL="1188584" indent="0">
              <a:buNone/>
              <a:defRPr sz="468"/>
            </a:lvl6pPr>
            <a:lvl7pPr marL="1426300" indent="0">
              <a:buNone/>
              <a:defRPr sz="468"/>
            </a:lvl7pPr>
            <a:lvl8pPr marL="1664017" indent="0">
              <a:buNone/>
              <a:defRPr sz="468"/>
            </a:lvl8pPr>
            <a:lvl9pPr marL="1901734" indent="0">
              <a:buNone/>
              <a:defRPr sz="4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1441-3954-4234-8E77-79F8676957CB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90FD-71D0-407D-83AB-396A7FD0C9D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8220" y="98873"/>
            <a:ext cx="2674620" cy="21065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98873"/>
            <a:ext cx="7825740" cy="21065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9B73-AB8A-401C-A09D-1C931BCE90B8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98870"/>
            <a:ext cx="10698480" cy="411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576077"/>
            <a:ext cx="10698480" cy="1629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360" y="2288291"/>
            <a:ext cx="2773680" cy="13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02AB2-EABE-44C0-9D58-D80514717591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1460" y="2288291"/>
            <a:ext cx="3764280" cy="13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160" y="2288291"/>
            <a:ext cx="2773680" cy="13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4" r:id="rId7"/>
    <p:sldLayoutId id="2147483660" r:id="rId8"/>
    <p:sldLayoutId id="2147483663" r:id="rId9"/>
    <p:sldLayoutId id="2147483661" r:id="rId10"/>
    <p:sldLayoutId id="2147483662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475433" rtl="0" eaLnBrk="1" latinLnBrk="0" hangingPunct="1">
        <a:spcBef>
          <a:spcPct val="0"/>
        </a:spcBef>
        <a:buNone/>
        <a:defRPr sz="22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8287" indent="-178287" algn="l" defTabSz="475433" rtl="0" eaLnBrk="1" latinLnBrk="0" hangingPunct="1">
        <a:spcBef>
          <a:spcPct val="20000"/>
        </a:spcBef>
        <a:buFont typeface="Arial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1pPr>
      <a:lvl2pPr marL="386290" indent="-148573" algn="l" defTabSz="475433" rtl="0" eaLnBrk="1" latinLnBrk="0" hangingPunct="1">
        <a:spcBef>
          <a:spcPct val="20000"/>
        </a:spcBef>
        <a:buFont typeface="Arial" pitchFamily="34" charset="0"/>
        <a:buChar char="–"/>
        <a:defRPr sz="1456" kern="1200">
          <a:solidFill>
            <a:schemeClr val="tx1"/>
          </a:solidFill>
          <a:latin typeface="+mn-lt"/>
          <a:ea typeface="+mn-ea"/>
          <a:cs typeface="+mn-cs"/>
        </a:defRPr>
      </a:lvl2pPr>
      <a:lvl3pPr marL="594292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3pPr>
      <a:lvl4pPr marL="832008" indent="-118859" algn="l" defTabSz="475433" rtl="0" eaLnBrk="1" latinLnBrk="0" hangingPunct="1">
        <a:spcBef>
          <a:spcPct val="20000"/>
        </a:spcBef>
        <a:buFont typeface="Arial" pitchFamily="34" charset="0"/>
        <a:buChar char="–"/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069725" indent="-118859" algn="l" defTabSz="475433" rtl="0" eaLnBrk="1" latinLnBrk="0" hangingPunct="1">
        <a:spcBef>
          <a:spcPct val="20000"/>
        </a:spcBef>
        <a:buFont typeface="Arial" pitchFamily="34" charset="0"/>
        <a:buChar char="»"/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307442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545160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782875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020592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1pPr>
      <a:lvl2pPr marL="237717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2pPr>
      <a:lvl3pPr marL="475433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3pPr>
      <a:lvl4pPr marL="713150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4pPr>
      <a:lvl5pPr marL="950867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5pPr>
      <a:lvl6pPr marL="1188584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6pPr>
      <a:lvl7pPr marL="1426300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7pPr>
      <a:lvl8pPr marL="1664017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8pPr>
      <a:lvl9pPr marL="1901734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52D177-142C-0C9B-4881-DF6455379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AU" dirty="0"/>
              <a:t>Lesson 4 – What Is AI?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7805-8FCD-E89F-4529-B295A6941F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AU" dirty="0"/>
              <a:t>Algorithms and Predictions</a:t>
            </a:r>
          </a:p>
        </p:txBody>
      </p:sp>
    </p:spTree>
    <p:extLst>
      <p:ext uri="{BB962C8B-B14F-4D97-AF65-F5344CB8AC3E}">
        <p14:creationId xmlns:p14="http://schemas.microsoft.com/office/powerpoint/2010/main" val="65412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AC215D-516B-6F51-1785-9DF4278B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9FFFD-EF36-330F-4125-4379F745FF83}"/>
              </a:ext>
            </a:extLst>
          </p:cNvPr>
          <p:cNvSpPr/>
          <p:nvPr/>
        </p:nvSpPr>
        <p:spPr>
          <a:xfrm>
            <a:off x="557412" y="463511"/>
            <a:ext cx="51766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Lesson Preparation</a:t>
            </a:r>
            <a:endParaRPr lang="en-US" sz="3200" b="0" cap="none" spc="0" dirty="0">
              <a:ln w="0"/>
              <a:solidFill>
                <a:srgbClr val="233A1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E62CC9-1B28-18A7-CC52-50EB57FDE7EA}"/>
              </a:ext>
            </a:extLst>
          </p:cNvPr>
          <p:cNvSpPr/>
          <p:nvPr/>
        </p:nvSpPr>
        <p:spPr>
          <a:xfrm>
            <a:off x="557412" y="1301466"/>
            <a:ext cx="8491338" cy="17481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66700" indent="-2667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b="0" cap="none" spc="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Do x</a:t>
            </a:r>
          </a:p>
          <a:p>
            <a:pPr marL="628650" lvl="1" indent="-180975">
              <a:lnSpc>
                <a:spcPts val="25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More detail</a:t>
            </a:r>
          </a:p>
          <a:p>
            <a:pPr marL="266700" indent="-266700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Do y</a:t>
            </a:r>
          </a:p>
          <a:p>
            <a:pPr marL="628650" lvl="1" indent="-180975">
              <a:lnSpc>
                <a:spcPts val="25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More detail</a:t>
            </a:r>
          </a:p>
          <a:p>
            <a:pPr marL="457200" indent="-4572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1600" b="0" cap="none" spc="0" dirty="0">
              <a:ln w="0"/>
              <a:solidFill>
                <a:srgbClr val="233A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58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D34893-8AE8-5BFE-E072-C31954F6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123B11A-1646-BCAB-265A-0C82AA3D20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9396" y="675788"/>
            <a:ext cx="5505450" cy="952500"/>
          </a:xfrm>
        </p:spPr>
        <p:txBody>
          <a:bodyPr/>
          <a:lstStyle/>
          <a:p>
            <a:r>
              <a:rPr lang="en-AU" dirty="0"/>
              <a:t>Lesson 4 - Overview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EC0E1BD-7849-F375-4DEA-618FC22075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9870" y="1308022"/>
            <a:ext cx="9494359" cy="30269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63525" indent="-263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Lesson (X-1) Recap </a:t>
            </a:r>
            <a:r>
              <a:rPr lang="en-US" dirty="0"/>
              <a:t>– 5 min</a:t>
            </a:r>
            <a:endParaRPr lang="en-US" b="0" cap="none" spc="0" dirty="0">
              <a:ln w="0"/>
              <a:solidFill>
                <a:srgbClr val="233A17"/>
              </a:solidFill>
            </a:endParaRPr>
          </a:p>
          <a:p>
            <a:pPr marL="263525" indent="-263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cap="none" spc="0" dirty="0">
                <a:ln w="0"/>
                <a:solidFill>
                  <a:srgbClr val="233A17"/>
                </a:solidFill>
              </a:rPr>
              <a:t>Activity</a:t>
            </a:r>
            <a:r>
              <a:rPr lang="en-US" b="0" cap="none" spc="0" dirty="0">
                <a:ln w="0"/>
                <a:solidFill>
                  <a:srgbClr val="233A17"/>
                </a:solidFill>
              </a:rPr>
              <a:t> </a:t>
            </a:r>
            <a:r>
              <a:rPr lang="en-US" dirty="0"/>
              <a:t>- 0</a:t>
            </a:r>
            <a:r>
              <a:rPr lang="en-US" b="0" cap="none" spc="0" dirty="0">
                <a:ln w="0"/>
                <a:solidFill>
                  <a:srgbClr val="233A17"/>
                </a:solidFill>
              </a:rPr>
              <a:t> min</a:t>
            </a:r>
          </a:p>
          <a:p>
            <a:pPr marL="442913" lvl="1" indent="-2349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Subactivity</a:t>
            </a:r>
            <a:r>
              <a:rPr lang="en-US" dirty="0"/>
              <a:t> </a:t>
            </a:r>
          </a:p>
          <a:p>
            <a:pPr marL="263525" indent="-263525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Optional extension: Activity - min</a:t>
            </a:r>
          </a:p>
          <a:p>
            <a:pPr marL="263525" indent="-263525">
              <a:lnSpc>
                <a:spcPct val="150000"/>
              </a:lnSpc>
            </a:pPr>
            <a:r>
              <a:rPr lang="en-US" b="1" dirty="0"/>
              <a:t>Building Blossom’s spine – 30 min</a:t>
            </a:r>
          </a:p>
          <a:p>
            <a:pPr marL="263525" indent="-263525">
              <a:lnSpc>
                <a:spcPct val="150000"/>
              </a:lnSpc>
            </a:pPr>
            <a:r>
              <a:rPr lang="en-US" b="1" dirty="0"/>
              <a:t>Survey</a:t>
            </a:r>
            <a:r>
              <a:rPr lang="en-US" dirty="0"/>
              <a:t> – 5 min</a:t>
            </a:r>
          </a:p>
          <a:p>
            <a:pPr marL="263525" indent="-263525">
              <a:lnSpc>
                <a:spcPct val="150000"/>
              </a:lnSpc>
            </a:pPr>
            <a:r>
              <a:rPr lang="en-US" b="1" dirty="0"/>
              <a:t>Lesson summary</a:t>
            </a:r>
            <a:r>
              <a:rPr lang="en-US" dirty="0"/>
              <a:t> – 5 min</a:t>
            </a:r>
          </a:p>
        </p:txBody>
      </p:sp>
    </p:spTree>
    <p:extLst>
      <p:ext uri="{BB962C8B-B14F-4D97-AF65-F5344CB8AC3E}">
        <p14:creationId xmlns:p14="http://schemas.microsoft.com/office/powerpoint/2010/main" val="348553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616B-3332-6167-775E-C9030596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Ideas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4CCD00-8387-BBF2-3003-B908F1AC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2320" y="6726555"/>
            <a:ext cx="2773680" cy="13144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D4245-B4D9-2E13-E324-6C220B137129}"/>
              </a:ext>
            </a:extLst>
          </p:cNvPr>
          <p:cNvSpPr txBox="1"/>
          <p:nvPr/>
        </p:nvSpPr>
        <p:spPr>
          <a:xfrm>
            <a:off x="702529" y="266810"/>
            <a:ext cx="7588577" cy="7923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recap coding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how are robots controlled: 2 options</a:t>
            </a:r>
          </a:p>
          <a:p>
            <a:pPr marL="458800" lvl="1" indent="-171450">
              <a:buFont typeface="Arial" panose="020B0604020202020204" pitchFamily="34" charset="0"/>
              <a:buChar char="•"/>
            </a:pPr>
            <a:r>
              <a:rPr lang="en-AU" dirty="0"/>
              <a:t>algorithms (conventional coding/traditional computer program)</a:t>
            </a:r>
          </a:p>
          <a:p>
            <a:pPr marL="746150" lvl="2" indent="-171450">
              <a:buFont typeface="Arial" panose="020B0604020202020204" pitchFamily="34" charset="0"/>
              <a:buChar char="•"/>
            </a:pPr>
            <a:r>
              <a:rPr lang="en-AU" dirty="0"/>
              <a:t>Blossom example: keyboard interface mode</a:t>
            </a:r>
          </a:p>
          <a:p>
            <a:pPr marL="746150" lvl="2" indent="-171450">
              <a:buFont typeface="Arial" panose="020B0604020202020204" pitchFamily="34" charset="0"/>
              <a:buChar char="•"/>
            </a:pPr>
            <a:r>
              <a:rPr lang="en-AU" dirty="0"/>
              <a:t>add-on: procedural writing of instructions/real-life algorithms</a:t>
            </a:r>
          </a:p>
          <a:p>
            <a:pPr marL="458800" lvl="1" indent="-171450">
              <a:buFont typeface="Arial" panose="020B0604020202020204" pitchFamily="34" charset="0"/>
              <a:buChar char="•"/>
            </a:pPr>
            <a:r>
              <a:rPr lang="en-AU" dirty="0"/>
              <a:t>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What is AI?</a:t>
            </a:r>
          </a:p>
          <a:p>
            <a:pPr marL="458800" lvl="1" indent="-171450">
              <a:buFont typeface="Arial" panose="020B0604020202020204" pitchFamily="34" charset="0"/>
              <a:buChar char="•"/>
            </a:pPr>
            <a:r>
              <a:rPr lang="en-AU" dirty="0"/>
              <a:t>lots of data</a:t>
            </a:r>
          </a:p>
          <a:p>
            <a:pPr marL="746150" lvl="2" indent="-171450">
              <a:buFont typeface="Arial" panose="020B0604020202020204" pitchFamily="34" charset="0"/>
              <a:buChar char="•"/>
            </a:pPr>
            <a:r>
              <a:rPr lang="en-AU" dirty="0"/>
              <a:t>add-on: what does data from different sensors look like</a:t>
            </a:r>
          </a:p>
          <a:p>
            <a:pPr marL="458800" lvl="1" indent="-171450">
              <a:buFont typeface="Arial" panose="020B0604020202020204" pitchFamily="34" charset="0"/>
              <a:buChar char="•"/>
            </a:pPr>
            <a:r>
              <a:rPr lang="en-AU" dirty="0"/>
              <a:t>pattern identification</a:t>
            </a:r>
          </a:p>
          <a:p>
            <a:pPr marL="746150" lvl="2" indent="-171450">
              <a:buFont typeface="Arial" panose="020B0604020202020204" pitchFamily="34" charset="0"/>
              <a:buChar char="•"/>
            </a:pPr>
            <a:r>
              <a:rPr lang="en-AU" dirty="0"/>
              <a:t>activity?</a:t>
            </a:r>
          </a:p>
          <a:p>
            <a:pPr marL="458800" lvl="1" indent="-171450">
              <a:buFont typeface="Arial" panose="020B0604020202020204" pitchFamily="34" charset="0"/>
              <a:buChar char="•"/>
            </a:pPr>
            <a:r>
              <a:rPr lang="en-AU" dirty="0"/>
              <a:t>prediction</a:t>
            </a:r>
          </a:p>
          <a:p>
            <a:pPr marL="746150" lvl="2" indent="-171450">
              <a:buFont typeface="Arial" panose="020B0604020202020204" pitchFamily="34" charset="0"/>
              <a:buChar char="•"/>
            </a:pPr>
            <a:r>
              <a:rPr lang="en-AU" dirty="0"/>
              <a:t>add-on: sentence completion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Is it AI? activity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types of AI (</a:t>
            </a:r>
            <a:r>
              <a:rPr lang="en-AU" dirty="0" err="1"/>
              <a:t>genAI</a:t>
            </a:r>
            <a:r>
              <a:rPr lang="en-AU" dirty="0"/>
              <a:t>, LLMs, ML) (introduce terms so students have heard them before and associate them w AI)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building</a:t>
            </a:r>
          </a:p>
          <a:p>
            <a:endParaRPr lang="en-AU" dirty="0"/>
          </a:p>
          <a:p>
            <a:r>
              <a:rPr lang="en-AU" dirty="0"/>
              <a:t>Lesson 5:  Ethics of AI</a:t>
            </a:r>
          </a:p>
          <a:p>
            <a:pPr marL="171450" indent="-171450">
              <a:buFontTx/>
              <a:buChar char="-"/>
            </a:pPr>
            <a:r>
              <a:rPr lang="en-AU" dirty="0"/>
              <a:t>what does it mean to talk about ethics, why important?</a:t>
            </a:r>
          </a:p>
          <a:p>
            <a:pPr marL="458800" lvl="1" indent="-171450">
              <a:buFontTx/>
              <a:buChar char="-"/>
            </a:pPr>
            <a:r>
              <a:rPr lang="en-AU" dirty="0"/>
              <a:t>AI can’t do it </a:t>
            </a:r>
            <a:r>
              <a:rPr lang="en-AU" dirty="0" err="1"/>
              <a:t>bc</a:t>
            </a:r>
            <a:r>
              <a:rPr lang="en-AU" dirty="0"/>
              <a:t> … -&gt; important we humans do it</a:t>
            </a:r>
          </a:p>
          <a:p>
            <a:pPr marL="171450" indent="-171450">
              <a:buFontTx/>
              <a:buChar char="-"/>
            </a:pPr>
            <a:r>
              <a:rPr lang="en-AU" dirty="0"/>
              <a:t>bias</a:t>
            </a:r>
          </a:p>
          <a:p>
            <a:pPr marL="171450" indent="-171450">
              <a:buFontTx/>
              <a:buChar char="-"/>
            </a:pPr>
            <a:r>
              <a:rPr lang="en-AU" dirty="0"/>
              <a:t>issue to see AI as human (anthropomorphism)</a:t>
            </a:r>
          </a:p>
          <a:p>
            <a:pPr marL="458800" lvl="1" indent="-171450">
              <a:buFontTx/>
              <a:buChar char="-"/>
            </a:pPr>
            <a:r>
              <a:rPr lang="en-AU" dirty="0"/>
              <a:t>what could go wrong if we expect AI to act like a human</a:t>
            </a:r>
          </a:p>
          <a:p>
            <a:pPr marL="171450" indent="-171450">
              <a:buFontTx/>
              <a:buChar char="-"/>
            </a:pPr>
            <a:r>
              <a:rPr lang="en-AU" dirty="0"/>
              <a:t>familiarization with interface/Blossom modes</a:t>
            </a:r>
          </a:p>
          <a:p>
            <a:pPr marL="171450" indent="-171450">
              <a:buFontTx/>
              <a:buChar char="-"/>
            </a:pPr>
            <a:endParaRPr lang="en-AU" dirty="0"/>
          </a:p>
          <a:p>
            <a:r>
              <a:rPr lang="en-AU" dirty="0"/>
              <a:t>Lesson 6:  Design for good (Sustainability and Social Equity/Societal Impact)</a:t>
            </a:r>
          </a:p>
          <a:p>
            <a:pPr marL="171450" indent="-171450">
              <a:buFontTx/>
              <a:buChar char="-"/>
            </a:pPr>
            <a:r>
              <a:rPr lang="en-AU" dirty="0"/>
              <a:t>environmental impact</a:t>
            </a:r>
          </a:p>
          <a:p>
            <a:pPr marL="171450" indent="-171450">
              <a:buFontTx/>
              <a:buChar char="-"/>
            </a:pPr>
            <a:r>
              <a:rPr lang="en-AU" dirty="0"/>
              <a:t>make skin</a:t>
            </a:r>
          </a:p>
          <a:p>
            <a:pPr marL="458800" lvl="1" indent="-171450">
              <a:buFontTx/>
              <a:buChar char="-"/>
            </a:pPr>
            <a:r>
              <a:rPr lang="en-AU" dirty="0"/>
              <a:t>perception of Blossom, how does it impact how we perceive Blossom (smarter, stronger/weaker, trust</a:t>
            </a:r>
          </a:p>
          <a:p>
            <a:pPr marL="171450" indent="-171450">
              <a:buFontTx/>
              <a:buChar char="-"/>
            </a:pPr>
            <a:r>
              <a:rPr lang="en-AU" dirty="0"/>
              <a:t>dance choreography (does the skin restrict movement</a:t>
            </a:r>
          </a:p>
          <a:p>
            <a:pPr marL="171450" indent="-171450">
              <a:buFontTx/>
              <a:buChar char="-"/>
            </a:pPr>
            <a:endParaRPr lang="en-AU" dirty="0"/>
          </a:p>
          <a:p>
            <a:r>
              <a:rPr lang="en-AU" dirty="0"/>
              <a:t>Lesson 7:  LLM</a:t>
            </a:r>
          </a:p>
          <a:p>
            <a:pPr marL="171450" indent="-171450">
              <a:buFontTx/>
              <a:buChar char="-"/>
            </a:pPr>
            <a:r>
              <a:rPr lang="en-AU" dirty="0"/>
              <a:t>Recap of pattern identification &amp; prediction</a:t>
            </a:r>
          </a:p>
          <a:p>
            <a:pPr marL="171450" indent="-171450">
              <a:buFontTx/>
              <a:buChar char="-"/>
            </a:pPr>
            <a:r>
              <a:rPr lang="en-AU" dirty="0" err="1"/>
              <a:t>genAI</a:t>
            </a:r>
            <a:r>
              <a:rPr lang="en-AU" dirty="0"/>
              <a:t> &amp;LLM introduction</a:t>
            </a:r>
          </a:p>
          <a:p>
            <a:pPr marL="458800" lvl="1" indent="-171450">
              <a:buFontTx/>
              <a:buChar char="-"/>
            </a:pPr>
            <a:r>
              <a:rPr lang="en-AU" dirty="0"/>
              <a:t>prompts</a:t>
            </a:r>
          </a:p>
          <a:p>
            <a:pPr marL="746150" lvl="2" indent="-171450">
              <a:buFontTx/>
              <a:buChar char="-"/>
            </a:pPr>
            <a:r>
              <a:rPr lang="en-AU" dirty="0"/>
              <a:t>2 very different examples of what they can look like, diff prompts for diff tasks</a:t>
            </a:r>
          </a:p>
          <a:p>
            <a:pPr marL="1033501" lvl="3" indent="-171450">
              <a:buFontTx/>
              <a:buChar char="-"/>
            </a:pPr>
            <a:r>
              <a:rPr lang="en-AU" dirty="0"/>
              <a:t>getting answer vs helping to make a decision</a:t>
            </a:r>
          </a:p>
          <a:p>
            <a:pPr marL="1320851" lvl="4" indent="-171450">
              <a:buFontTx/>
              <a:buChar char="-"/>
            </a:pPr>
            <a:r>
              <a:rPr lang="en-AU" dirty="0"/>
              <a:t>AI agent roles (what could we give: assistant, adversarial</a:t>
            </a:r>
          </a:p>
          <a:p>
            <a:pPr marL="1608201" lvl="5" indent="-171450">
              <a:buFontTx/>
              <a:buChar char="-"/>
            </a:pPr>
            <a:r>
              <a:rPr lang="en-AU" dirty="0"/>
              <a:t>match prompt to role</a:t>
            </a:r>
          </a:p>
          <a:p>
            <a:r>
              <a:rPr lang="en-AU" dirty="0"/>
              <a:t>	- Prompt engineering activity (recycling)</a:t>
            </a:r>
          </a:p>
          <a:p>
            <a:endParaRPr lang="en-AU" dirty="0"/>
          </a:p>
          <a:p>
            <a:pPr marL="171450" indent="-171450">
              <a:buFontTx/>
              <a:buChar char="-"/>
            </a:pPr>
            <a:endParaRPr lang="en-AU" dirty="0"/>
          </a:p>
          <a:p>
            <a:endParaRPr lang="en-AU" dirty="0"/>
          </a:p>
          <a:p>
            <a:pPr marL="171450" indent="-171450">
              <a:buFontTx/>
              <a:buChar char="-"/>
            </a:pPr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1DFF1-1E6E-86FA-B2E5-2BCC6B1C17E7}"/>
              </a:ext>
            </a:extLst>
          </p:cNvPr>
          <p:cNvSpPr txBox="1"/>
          <p:nvPr/>
        </p:nvSpPr>
        <p:spPr>
          <a:xfrm>
            <a:off x="398986" y="455"/>
            <a:ext cx="7588577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Lesson 4: What is AI?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B972B-9728-0468-9811-ADA5BC1F7194}"/>
              </a:ext>
            </a:extLst>
          </p:cNvPr>
          <p:cNvSpPr txBox="1"/>
          <p:nvPr/>
        </p:nvSpPr>
        <p:spPr>
          <a:xfrm>
            <a:off x="6780932" y="5991742"/>
            <a:ext cx="7588577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Lesson 8:  active synthesis</a:t>
            </a:r>
          </a:p>
          <a:p>
            <a:pPr marL="171450" indent="-171450">
              <a:buFontTx/>
              <a:buChar char="-"/>
            </a:pPr>
            <a:r>
              <a:rPr lang="en-AU" dirty="0"/>
              <a:t>one short project/question per group</a:t>
            </a:r>
          </a:p>
          <a:p>
            <a:pPr marL="171450" indent="-171450">
              <a:buFontTx/>
              <a:buChar char="-"/>
            </a:pPr>
            <a:r>
              <a:rPr lang="en-AU" dirty="0"/>
              <a:t>refine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DF26D-9B96-BC6E-FE2F-D0756959C42A}"/>
              </a:ext>
            </a:extLst>
          </p:cNvPr>
          <p:cNvSpPr txBox="1"/>
          <p:nvPr/>
        </p:nvSpPr>
        <p:spPr>
          <a:xfrm>
            <a:off x="7582061" y="1880433"/>
            <a:ext cx="3242820" cy="3398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Where</a:t>
            </a:r>
            <a:r>
              <a:rPr lang="en-AU" dirty="0"/>
              <a:t>?</a:t>
            </a:r>
          </a:p>
          <a:p>
            <a:pPr marL="171450" indent="-171450">
              <a:buFontTx/>
              <a:buChar char="-"/>
            </a:pPr>
            <a:r>
              <a:rPr lang="en-AU" dirty="0"/>
              <a:t>hallucinations</a:t>
            </a:r>
          </a:p>
          <a:p>
            <a:pPr marL="171450" indent="-171450">
              <a:buFontTx/>
              <a:buChar char="-"/>
            </a:pPr>
            <a:r>
              <a:rPr lang="en-AU" dirty="0"/>
              <a:t>bias</a:t>
            </a:r>
          </a:p>
          <a:p>
            <a:pPr marL="458800" lvl="1" indent="-171450">
              <a:buFontTx/>
              <a:buChar char="-"/>
            </a:pPr>
            <a:r>
              <a:rPr lang="en-AU" dirty="0"/>
              <a:t>lacks ethical reasoning</a:t>
            </a:r>
          </a:p>
          <a:p>
            <a:pPr marL="171450" indent="-171450">
              <a:buFontTx/>
              <a:buChar char="-"/>
            </a:pPr>
            <a:r>
              <a:rPr lang="en-AU" dirty="0"/>
              <a:t>no real understanding</a:t>
            </a:r>
          </a:p>
          <a:p>
            <a:pPr marL="458800" lvl="1" indent="-171450">
              <a:buFontTx/>
              <a:buChar char="-"/>
            </a:pPr>
            <a:r>
              <a:rPr lang="en-US" dirty="0"/>
              <a:t>lacks emotions</a:t>
            </a:r>
          </a:p>
          <a:p>
            <a:pPr marL="171450" indent="-171450">
              <a:buFontTx/>
              <a:buChar char="-"/>
            </a:pPr>
            <a:r>
              <a:rPr lang="en-AU" dirty="0"/>
              <a:t>anthropomorphism</a:t>
            </a:r>
          </a:p>
          <a:p>
            <a:pPr marL="171450" indent="-171450">
              <a:buFontTx/>
              <a:buChar char="-"/>
            </a:pPr>
            <a:r>
              <a:rPr lang="en-US" dirty="0"/>
              <a:t>lacks originality</a:t>
            </a:r>
          </a:p>
          <a:p>
            <a:pPr marL="458800" lvl="1" indent="-171450">
              <a:buFontTx/>
              <a:buChar char="-"/>
            </a:pPr>
            <a:r>
              <a:rPr lang="en-US" dirty="0"/>
              <a:t>question of ownership</a:t>
            </a:r>
          </a:p>
          <a:p>
            <a:pPr marL="458800" lvl="1" indent="-171450">
              <a:buFontTx/>
              <a:buChar char="-"/>
            </a:pPr>
            <a:r>
              <a:rPr lang="en-US" dirty="0"/>
              <a:t>trained on your data (privacy</a:t>
            </a:r>
            <a:endParaRPr lang="en-AU" dirty="0"/>
          </a:p>
          <a:p>
            <a:r>
              <a:rPr lang="en-AU" dirty="0"/>
              <a:t>social media algorithm (gather new data from user interactions, output influenced by inputs in real time)</a:t>
            </a:r>
          </a:p>
          <a:p>
            <a:endParaRPr lang="en-AU" dirty="0"/>
          </a:p>
          <a:p>
            <a:r>
              <a:rPr lang="en-AU" dirty="0"/>
              <a:t>How does it impact our thinking/creativity/problem solving ability</a:t>
            </a:r>
          </a:p>
          <a:p>
            <a:endParaRPr lang="en-AU" dirty="0"/>
          </a:p>
          <a:p>
            <a:r>
              <a:rPr lang="en-AU" dirty="0"/>
              <a:t>introduce terms broadly:</a:t>
            </a:r>
          </a:p>
          <a:p>
            <a:r>
              <a:rPr lang="en-AU" dirty="0"/>
              <a:t>-LLMs, </a:t>
            </a:r>
            <a:r>
              <a:rPr lang="en-AU" dirty="0" err="1"/>
              <a:t>genAI</a:t>
            </a:r>
            <a:r>
              <a:rPr lang="en-AU" dirty="0"/>
              <a:t>, ML,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590EF-46EE-AA55-CE11-07630A19D55E}"/>
              </a:ext>
            </a:extLst>
          </p:cNvPr>
          <p:cNvSpPr txBox="1"/>
          <p:nvPr/>
        </p:nvSpPr>
        <p:spPr>
          <a:xfrm>
            <a:off x="6075733" y="707779"/>
            <a:ext cx="564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examine how digital systems form networks to transmit data</a:t>
            </a:r>
            <a:endParaRPr lang="en-AU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US" sz="1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AC9TDI6K02</a:t>
            </a:r>
            <a:endParaRPr lang="en-AU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US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(explaining how separate systems can be connected in different ways to exchange data, for example how a laptop can be connected to a network via a cable or radio waves)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295773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B65B4-C44D-7C32-4BBC-31F7D4A3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AF99E4E-0D5C-04CA-C40F-53FE2D2BC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873" y="625436"/>
            <a:ext cx="5873304" cy="952500"/>
          </a:xfrm>
        </p:spPr>
        <p:txBody>
          <a:bodyPr/>
          <a:lstStyle/>
          <a:p>
            <a:pPr>
              <a:lnSpc>
                <a:spcPts val="4000"/>
              </a:lnSpc>
              <a:spcBef>
                <a:spcPts val="0"/>
              </a:spcBef>
            </a:pPr>
            <a:r>
              <a:rPr lang="en-AU" dirty="0"/>
              <a:t>Lesson X – </a:t>
            </a:r>
            <a:br>
              <a:rPr lang="en-AU" dirty="0"/>
            </a:br>
            <a:r>
              <a:rPr lang="en-AU" dirty="0"/>
              <a:t>Learning objectives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518DE7A-DC54-DA4B-6DE9-467E1F3F2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873" y="1731757"/>
            <a:ext cx="8902254" cy="18364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>
              <a:buNone/>
            </a:pPr>
            <a:r>
              <a:rPr lang="en-US" dirty="0"/>
              <a:t>After </a:t>
            </a:r>
            <a:r>
              <a:rPr lang="en-US" b="0" cap="none" spc="0" dirty="0">
                <a:ln w="0"/>
                <a:solidFill>
                  <a:srgbClr val="233A17"/>
                </a:solidFill>
              </a:rPr>
              <a:t>this lesson, students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 x,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and know y.</a:t>
            </a:r>
          </a:p>
          <a:p>
            <a:pPr marL="457200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14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F37DC-5BAA-CE86-6E46-82084B87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7315D-FBC3-890A-E2BB-3A77782506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9396" y="675788"/>
            <a:ext cx="6128220" cy="952500"/>
          </a:xfrm>
        </p:spPr>
        <p:txBody>
          <a:bodyPr/>
          <a:lstStyle/>
          <a:p>
            <a:r>
              <a:rPr lang="en-AU" dirty="0"/>
              <a:t>Lesson X -</a:t>
            </a:r>
          </a:p>
          <a:p>
            <a:r>
              <a:rPr lang="en-AU" dirty="0"/>
              <a:t>Student success criteria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3465F-4FAE-FE4B-8079-80D9DA6E37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396" y="2057377"/>
            <a:ext cx="8254554" cy="3562350"/>
          </a:xfrm>
        </p:spPr>
        <p:txBody>
          <a:bodyPr/>
          <a:lstStyle/>
          <a:p>
            <a:r>
              <a:rPr lang="en-AU" dirty="0"/>
              <a:t>I can …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0331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60519-3D20-551C-1134-EBEDA452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A2A84D-8DF5-F27D-7826-C68281A88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9648C8D-617D-EA83-61D8-BE8A880CC8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549275"/>
            <a:ext cx="5505450" cy="952500"/>
          </a:xfrm>
        </p:spPr>
        <p:txBody>
          <a:bodyPr/>
          <a:lstStyle/>
          <a:p>
            <a:r>
              <a:rPr lang="en-AU" sz="3600" noProof="0" dirty="0"/>
              <a:t>Let’s remember what we learned in Lesson </a:t>
            </a:r>
            <a:r>
              <a:rPr lang="en-AU" sz="3600" noProof="0" dirty="0">
                <a:highlight>
                  <a:srgbClr val="FFFF00"/>
                </a:highlight>
              </a:rPr>
              <a:t>X-1</a:t>
            </a:r>
            <a:r>
              <a:rPr lang="en-AU" sz="3600" noProof="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43766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3B77EB-5A54-0C07-2406-B303EA63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E4E71-5876-A2C4-FD26-CE54821683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/>
              <a:t>Questionnaire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AA2F1-3E8E-F220-694A-21D127C46E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349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CE9FC-1BAC-3AC6-42B3-0FDE5469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8FE30-23A8-AFDD-958C-2AFAA59B57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/>
              <a:t>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3E487-B00A-BEE0-0687-C8749E4C9D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215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499</Words>
  <Application>Microsoft Office PowerPoint</Application>
  <PresentationFormat>A4 Paper (210x297 mm)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Berlin Sans FB</vt:lpstr>
      <vt:lpstr>Arial</vt:lpstr>
      <vt:lpstr>Wingdings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Ideas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Cute Abstract Aesthetic Chronology Timeline Infographic</dc:title>
  <dc:creator>Sophia Jäger</dc:creator>
  <cp:lastModifiedBy>Sophia Jaeger</cp:lastModifiedBy>
  <cp:revision>1</cp:revision>
  <dcterms:created xsi:type="dcterms:W3CDTF">2006-08-16T00:00:00Z</dcterms:created>
  <dcterms:modified xsi:type="dcterms:W3CDTF">2026-02-19T23:31:39Z</dcterms:modified>
  <dc:identifier>DAGuyFn6prM</dc:identifier>
</cp:coreProperties>
</file>