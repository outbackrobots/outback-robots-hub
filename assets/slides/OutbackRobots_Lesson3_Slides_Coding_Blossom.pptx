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7"/>
  </p:notesMasterIdLst>
  <p:sldIdLst>
    <p:sldId id="370" r:id="rId2"/>
    <p:sldId id="351" r:id="rId3"/>
    <p:sldId id="352" r:id="rId4"/>
    <p:sldId id="353" r:id="rId5"/>
    <p:sldId id="359" r:id="rId6"/>
    <p:sldId id="309" r:id="rId7"/>
    <p:sldId id="402" r:id="rId8"/>
    <p:sldId id="423" r:id="rId9"/>
    <p:sldId id="398" r:id="rId10"/>
    <p:sldId id="372" r:id="rId11"/>
    <p:sldId id="404" r:id="rId12"/>
    <p:sldId id="388" r:id="rId13"/>
    <p:sldId id="401" r:id="rId14"/>
    <p:sldId id="406" r:id="rId15"/>
    <p:sldId id="408" r:id="rId16"/>
    <p:sldId id="409" r:id="rId17"/>
    <p:sldId id="390" r:id="rId18"/>
    <p:sldId id="391" r:id="rId19"/>
    <p:sldId id="394" r:id="rId20"/>
    <p:sldId id="410" r:id="rId21"/>
    <p:sldId id="392" r:id="rId22"/>
    <p:sldId id="407" r:id="rId23"/>
    <p:sldId id="384" r:id="rId24"/>
    <p:sldId id="400" r:id="rId25"/>
    <p:sldId id="395" r:id="rId26"/>
    <p:sldId id="397" r:id="rId27"/>
    <p:sldId id="405" r:id="rId28"/>
    <p:sldId id="393" r:id="rId29"/>
    <p:sldId id="387" r:id="rId30"/>
    <p:sldId id="386" r:id="rId31"/>
    <p:sldId id="403" r:id="rId32"/>
    <p:sldId id="396" r:id="rId33"/>
    <p:sldId id="399" r:id="rId34"/>
    <p:sldId id="355" r:id="rId35"/>
    <p:sldId id="371" r:id="rId36"/>
  </p:sldIdLst>
  <p:sldSz cx="9906000" cy="6858000" type="A4"/>
  <p:notesSz cx="7099300" cy="10234613"/>
  <p:embeddedFontLst>
    <p:embeddedFont>
      <p:font typeface="Berlin Sans FB" panose="020B0604020202020204" charset="0"/>
      <p:regular r:id="rId38"/>
      <p:bold r:id="rId39"/>
    </p:embeddedFont>
    <p:embeddedFont>
      <p:font typeface="Berlin Sans FB Demi" panose="020B0604020202020204" charset="0"/>
      <p:bold r:id="rId40"/>
    </p:embeddedFont>
  </p:embeddedFontLst>
  <p:defaultTextStyle>
    <a:defPPr>
      <a:defRPr lang="en-US"/>
    </a:defPPr>
    <a:lvl1pPr marL="0" algn="l" defTabSz="574700" rtl="0" eaLnBrk="1" latinLnBrk="0" hangingPunct="1">
      <a:defRPr sz="1131" kern="1200">
        <a:solidFill>
          <a:schemeClr val="tx1"/>
        </a:solidFill>
        <a:latin typeface="+mn-lt"/>
        <a:ea typeface="+mn-ea"/>
        <a:cs typeface="+mn-cs"/>
      </a:defRPr>
    </a:lvl1pPr>
    <a:lvl2pPr marL="287350" algn="l" defTabSz="574700" rtl="0" eaLnBrk="1" latinLnBrk="0" hangingPunct="1">
      <a:defRPr sz="1131" kern="1200">
        <a:solidFill>
          <a:schemeClr val="tx1"/>
        </a:solidFill>
        <a:latin typeface="+mn-lt"/>
        <a:ea typeface="+mn-ea"/>
        <a:cs typeface="+mn-cs"/>
      </a:defRPr>
    </a:lvl2pPr>
    <a:lvl3pPr marL="574700" algn="l" defTabSz="574700" rtl="0" eaLnBrk="1" latinLnBrk="0" hangingPunct="1">
      <a:defRPr sz="1131" kern="1200">
        <a:solidFill>
          <a:schemeClr val="tx1"/>
        </a:solidFill>
        <a:latin typeface="+mn-lt"/>
        <a:ea typeface="+mn-ea"/>
        <a:cs typeface="+mn-cs"/>
      </a:defRPr>
    </a:lvl3pPr>
    <a:lvl4pPr marL="862051" algn="l" defTabSz="574700" rtl="0" eaLnBrk="1" latinLnBrk="0" hangingPunct="1">
      <a:defRPr sz="1131" kern="1200">
        <a:solidFill>
          <a:schemeClr val="tx1"/>
        </a:solidFill>
        <a:latin typeface="+mn-lt"/>
        <a:ea typeface="+mn-ea"/>
        <a:cs typeface="+mn-cs"/>
      </a:defRPr>
    </a:lvl4pPr>
    <a:lvl5pPr marL="1149401" algn="l" defTabSz="574700" rtl="0" eaLnBrk="1" latinLnBrk="0" hangingPunct="1">
      <a:defRPr sz="1131" kern="1200">
        <a:solidFill>
          <a:schemeClr val="tx1"/>
        </a:solidFill>
        <a:latin typeface="+mn-lt"/>
        <a:ea typeface="+mn-ea"/>
        <a:cs typeface="+mn-cs"/>
      </a:defRPr>
    </a:lvl5pPr>
    <a:lvl6pPr marL="1436751" algn="l" defTabSz="574700" rtl="0" eaLnBrk="1" latinLnBrk="0" hangingPunct="1">
      <a:defRPr sz="1131" kern="1200">
        <a:solidFill>
          <a:schemeClr val="tx1"/>
        </a:solidFill>
        <a:latin typeface="+mn-lt"/>
        <a:ea typeface="+mn-ea"/>
        <a:cs typeface="+mn-cs"/>
      </a:defRPr>
    </a:lvl6pPr>
    <a:lvl7pPr marL="1724101" algn="l" defTabSz="574700" rtl="0" eaLnBrk="1" latinLnBrk="0" hangingPunct="1">
      <a:defRPr sz="1131" kern="1200">
        <a:solidFill>
          <a:schemeClr val="tx1"/>
        </a:solidFill>
        <a:latin typeface="+mn-lt"/>
        <a:ea typeface="+mn-ea"/>
        <a:cs typeface="+mn-cs"/>
      </a:defRPr>
    </a:lvl7pPr>
    <a:lvl8pPr marL="2011451" algn="l" defTabSz="574700" rtl="0" eaLnBrk="1" latinLnBrk="0" hangingPunct="1">
      <a:defRPr sz="1131" kern="1200">
        <a:solidFill>
          <a:schemeClr val="tx1"/>
        </a:solidFill>
        <a:latin typeface="+mn-lt"/>
        <a:ea typeface="+mn-ea"/>
        <a:cs typeface="+mn-cs"/>
      </a:defRPr>
    </a:lvl8pPr>
    <a:lvl9pPr marL="2298802" algn="l" defTabSz="574700" rtl="0" eaLnBrk="1" latinLnBrk="0" hangingPunct="1">
      <a:defRPr sz="1131" kern="1200">
        <a:solidFill>
          <a:schemeClr val="tx1"/>
        </a:solidFill>
        <a:latin typeface="+mn-lt"/>
        <a:ea typeface="+mn-ea"/>
        <a:cs typeface="+mn-cs"/>
      </a:defRPr>
    </a:lvl9pPr>
  </p:defaultTextStyle>
  <p:extLst>
    <p:ext uri="{521415D9-36F7-43E2-AB2F-B90AF26B5E84}">
      <p14:sectionLst xmlns:p14="http://schemas.microsoft.com/office/powerpoint/2010/main">
        <p14:section name="Lesson Overview" id="{7144915D-B6DD-4027-B5BE-5A35041DFF69}">
          <p14:sldIdLst>
            <p14:sldId id="370"/>
            <p14:sldId id="351"/>
            <p14:sldId id="352"/>
            <p14:sldId id="353"/>
            <p14:sldId id="359"/>
          </p14:sldIdLst>
        </p14:section>
        <p14:section name="Recap" id="{872E96F2-1C39-4F19-99AC-8CB8086603D4}">
          <p14:sldIdLst>
            <p14:sldId id="309"/>
            <p14:sldId id="402"/>
            <p14:sldId id="423"/>
            <p14:sldId id="398"/>
            <p14:sldId id="372"/>
            <p14:sldId id="404"/>
            <p14:sldId id="388"/>
            <p14:sldId id="401"/>
            <p14:sldId id="406"/>
            <p14:sldId id="408"/>
            <p14:sldId id="409"/>
            <p14:sldId id="390"/>
            <p14:sldId id="391"/>
            <p14:sldId id="394"/>
            <p14:sldId id="410"/>
            <p14:sldId id="392"/>
            <p14:sldId id="407"/>
            <p14:sldId id="384"/>
            <p14:sldId id="400"/>
            <p14:sldId id="395"/>
            <p14:sldId id="397"/>
            <p14:sldId id="405"/>
            <p14:sldId id="393"/>
            <p14:sldId id="387"/>
            <p14:sldId id="386"/>
            <p14:sldId id="403"/>
            <p14:sldId id="396"/>
            <p14:sldId id="399"/>
          </p14:sldIdLst>
        </p14:section>
        <p14:section name="Wrap Up" id="{85C9C7DE-C9E5-404F-B6C1-4A2C78765023}">
          <p14:sldIdLst>
            <p14:sldId id="355"/>
            <p14:sldId id="371"/>
          </p14:sldIdLst>
        </p14:section>
      </p14:sectionLst>
    </p:ext>
    <p:ext uri="{EFAFB233-063F-42B5-8137-9DF3F51BA10A}">
      <p15:sldGuideLst xmlns:p15="http://schemas.microsoft.com/office/powerpoint/2012/main">
        <p15:guide id="1" orient="horz" pos="777" userDrawn="1">
          <p15:clr>
            <a:srgbClr val="A4A3A4"/>
          </p15:clr>
        </p15:guide>
        <p15:guide id="2" pos="3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118331-30BF-BD9E-22F5-240C9400A628}" name="Sophia Jaeger" initials="SJ" userId="S::jaeg0019@flinders.edu.au::cd671728-153b-43d2-8153-a89315e48cfc" providerId="AD"/>
  <p188:author id="{D5EEB4D4-1C6E-56FE-7676-F28F4FF861FC}" name="olmuss@student.ethz.ch" initials="ol" userId="S::urn:spo:guest#olmuss@student.ethz.ch::"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8001"/>
    <a:srgbClr val="D4B46C"/>
    <a:srgbClr val="F8C891"/>
    <a:srgbClr val="954501"/>
    <a:srgbClr val="4A1D00"/>
    <a:srgbClr val="657736"/>
    <a:srgbClr val="C98769"/>
    <a:srgbClr val="EDB64A"/>
    <a:srgbClr val="646330"/>
    <a:srgbClr val="233A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29FF21-2289-EC46-973E-B925A332E11B}" v="91" dt="2026-02-23T03:19:34.002"/>
    <p1510:client id="{4B1D3591-D349-85D2-9861-8D3978788B67}" v="4" dt="2026-02-23T02:34:08.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777"/>
        <p:guide pos="3744"/>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Caruana" userId="8127e05c-6dca-40e5-92aa-d771d5dae507" providerId="ADAL" clId="{B153D80B-B4DC-4EE2-9857-C926F48E3D44}"/>
    <pc:docChg chg="undo custSel addSld modSld sldOrd">
      <pc:chgData name="Nathan Caruana" userId="8127e05c-6dca-40e5-92aa-d771d5dae507" providerId="ADAL" clId="{B153D80B-B4DC-4EE2-9857-C926F48E3D44}" dt="2026-02-17T02:28:46.090" v="1252" actId="6549"/>
      <pc:docMkLst>
        <pc:docMk/>
      </pc:docMkLst>
      <pc:sldChg chg="modSp mod modNotesTx">
        <pc:chgData name="Nathan Caruana" userId="8127e05c-6dca-40e5-92aa-d771d5dae507" providerId="ADAL" clId="{B153D80B-B4DC-4EE2-9857-C926F48E3D44}" dt="2026-02-17T02:11:30.728" v="124" actId="20577"/>
        <pc:sldMkLst>
          <pc:docMk/>
          <pc:sldMk cId="3485535442" sldId="352"/>
        </pc:sldMkLst>
        <pc:spChg chg="mod">
          <ac:chgData name="Nathan Caruana" userId="8127e05c-6dca-40e5-92aa-d771d5dae507" providerId="ADAL" clId="{B153D80B-B4DC-4EE2-9857-C926F48E3D44}" dt="2026-02-17T02:10:56.999" v="56" actId="6549"/>
          <ac:spMkLst>
            <pc:docMk/>
            <pc:sldMk cId="3485535442" sldId="352"/>
            <ac:spMk id="8" creationId="{DEC0E1BD-7849-F375-4DEA-618FC22075E8}"/>
          </ac:spMkLst>
        </pc:spChg>
      </pc:sldChg>
      <pc:sldChg chg="modSp mod">
        <pc:chgData name="Nathan Caruana" userId="8127e05c-6dca-40e5-92aa-d771d5dae507" providerId="ADAL" clId="{B153D80B-B4DC-4EE2-9857-C926F48E3D44}" dt="2026-02-17T02:11:50.313" v="135" actId="14100"/>
        <pc:sldMkLst>
          <pc:docMk/>
          <pc:sldMk cId="1680331620" sldId="359"/>
        </pc:sldMkLst>
        <pc:spChg chg="mod">
          <ac:chgData name="Nathan Caruana" userId="8127e05c-6dca-40e5-92aa-d771d5dae507" providerId="ADAL" clId="{B153D80B-B4DC-4EE2-9857-C926F48E3D44}" dt="2026-02-17T02:11:50.313" v="135" actId="14100"/>
          <ac:spMkLst>
            <pc:docMk/>
            <pc:sldMk cId="1680331620" sldId="359"/>
            <ac:spMk id="3" creationId="{9007315D-FBC3-890A-E2BB-3A777825064F}"/>
          </ac:spMkLst>
        </pc:spChg>
      </pc:sldChg>
      <pc:sldChg chg="modSp mod">
        <pc:chgData name="Nathan Caruana" userId="8127e05c-6dca-40e5-92aa-d771d5dae507" providerId="ADAL" clId="{B153D80B-B4DC-4EE2-9857-C926F48E3D44}" dt="2026-02-17T02:13:25.603" v="185" actId="1076"/>
        <pc:sldMkLst>
          <pc:docMk/>
          <pc:sldMk cId="9013139" sldId="372"/>
        </pc:sldMkLst>
        <pc:spChg chg="mod">
          <ac:chgData name="Nathan Caruana" userId="8127e05c-6dca-40e5-92aa-d771d5dae507" providerId="ADAL" clId="{B153D80B-B4DC-4EE2-9857-C926F48E3D44}" dt="2026-02-17T02:13:25.603" v="185" actId="1076"/>
          <ac:spMkLst>
            <pc:docMk/>
            <pc:sldMk cId="9013139" sldId="372"/>
            <ac:spMk id="6" creationId="{E7F52CFD-1CE2-E93F-7FB0-09F29487075F}"/>
          </ac:spMkLst>
        </pc:spChg>
      </pc:sldChg>
      <pc:sldChg chg="modSp mod">
        <pc:chgData name="Nathan Caruana" userId="8127e05c-6dca-40e5-92aa-d771d5dae507" providerId="ADAL" clId="{B153D80B-B4DC-4EE2-9857-C926F48E3D44}" dt="2026-02-17T02:24:34.665" v="1176" actId="20577"/>
        <pc:sldMkLst>
          <pc:docMk/>
          <pc:sldMk cId="3846633111" sldId="384"/>
        </pc:sldMkLst>
        <pc:spChg chg="mod">
          <ac:chgData name="Nathan Caruana" userId="8127e05c-6dca-40e5-92aa-d771d5dae507" providerId="ADAL" clId="{B153D80B-B4DC-4EE2-9857-C926F48E3D44}" dt="2026-02-17T02:24:34.665" v="1176" actId="20577"/>
          <ac:spMkLst>
            <pc:docMk/>
            <pc:sldMk cId="3846633111" sldId="384"/>
            <ac:spMk id="4" creationId="{6E0031CD-518D-2423-A046-3555B3AAABED}"/>
          </ac:spMkLst>
        </pc:spChg>
      </pc:sldChg>
      <pc:sldChg chg="addSp modSp mod">
        <pc:chgData name="Nathan Caruana" userId="8127e05c-6dca-40e5-92aa-d771d5dae507" providerId="ADAL" clId="{B153D80B-B4DC-4EE2-9857-C926F48E3D44}" dt="2026-02-17T02:28:46.090" v="1252" actId="6549"/>
        <pc:sldMkLst>
          <pc:docMk/>
          <pc:sldMk cId="3074002191" sldId="388"/>
        </pc:sldMkLst>
        <pc:spChg chg="mod">
          <ac:chgData name="Nathan Caruana" userId="8127e05c-6dca-40e5-92aa-d771d5dae507" providerId="ADAL" clId="{B153D80B-B4DC-4EE2-9857-C926F48E3D44}" dt="2026-02-17T02:28:46.090" v="1252" actId="6549"/>
          <ac:spMkLst>
            <pc:docMk/>
            <pc:sldMk cId="3074002191" sldId="388"/>
            <ac:spMk id="4" creationId="{16F71DAD-40F2-A060-9005-B32095543441}"/>
          </ac:spMkLst>
        </pc:spChg>
      </pc:sldChg>
      <pc:sldChg chg="modSp">
        <pc:chgData name="Nathan Caruana" userId="8127e05c-6dca-40e5-92aa-d771d5dae507" providerId="ADAL" clId="{B153D80B-B4DC-4EE2-9857-C926F48E3D44}" dt="2026-02-17T02:26:31.283" v="1183"/>
        <pc:sldMkLst>
          <pc:docMk/>
          <pc:sldMk cId="740597418" sldId="393"/>
        </pc:sldMkLst>
        <pc:picChg chg="mod">
          <ac:chgData name="Nathan Caruana" userId="8127e05c-6dca-40e5-92aa-d771d5dae507" providerId="ADAL" clId="{B153D80B-B4DC-4EE2-9857-C926F48E3D44}" dt="2026-02-17T02:26:31.283" v="1183"/>
          <ac:picMkLst>
            <pc:docMk/>
            <pc:sldMk cId="740597418" sldId="393"/>
            <ac:picMk id="6" creationId="{D4563CA6-5807-A23C-183D-17D70753F936}"/>
          </ac:picMkLst>
        </pc:picChg>
      </pc:sldChg>
      <pc:sldChg chg="modSp mod ord">
        <pc:chgData name="Nathan Caruana" userId="8127e05c-6dca-40e5-92aa-d771d5dae507" providerId="ADAL" clId="{B153D80B-B4DC-4EE2-9857-C926F48E3D44}" dt="2026-02-17T02:23:50.442" v="1059"/>
        <pc:sldMkLst>
          <pc:docMk/>
          <pc:sldMk cId="2210709720" sldId="397"/>
        </pc:sldMkLst>
        <pc:spChg chg="mod">
          <ac:chgData name="Nathan Caruana" userId="8127e05c-6dca-40e5-92aa-d771d5dae507" providerId="ADAL" clId="{B153D80B-B4DC-4EE2-9857-C926F48E3D44}" dt="2026-02-17T02:19:26.052" v="593" actId="20577"/>
          <ac:spMkLst>
            <pc:docMk/>
            <pc:sldMk cId="2210709720" sldId="397"/>
            <ac:spMk id="6" creationId="{A2FF646D-71E0-75D5-20B8-8DB86A111ECF}"/>
          </ac:spMkLst>
        </pc:spChg>
      </pc:sldChg>
      <pc:sldChg chg="modNotesTx">
        <pc:chgData name="Nathan Caruana" userId="8127e05c-6dca-40e5-92aa-d771d5dae507" providerId="ADAL" clId="{B153D80B-B4DC-4EE2-9857-C926F48E3D44}" dt="2026-02-17T02:14:46.186" v="290" actId="20577"/>
        <pc:sldMkLst>
          <pc:docMk/>
          <pc:sldMk cId="153463579" sldId="401"/>
        </pc:sldMkLst>
      </pc:sldChg>
      <pc:sldChg chg="addSp modSp mod ord modNotesTx">
        <pc:chgData name="Nathan Caruana" userId="8127e05c-6dca-40e5-92aa-d771d5dae507" providerId="ADAL" clId="{B153D80B-B4DC-4EE2-9857-C926F48E3D44}" dt="2026-02-17T02:27:18.996" v="1223" actId="1076"/>
        <pc:sldMkLst>
          <pc:docMk/>
          <pc:sldMk cId="3780918240" sldId="404"/>
        </pc:sldMkLst>
        <pc:spChg chg="mod">
          <ac:chgData name="Nathan Caruana" userId="8127e05c-6dca-40e5-92aa-d771d5dae507" providerId="ADAL" clId="{B153D80B-B4DC-4EE2-9857-C926F48E3D44}" dt="2026-02-17T02:27:15.445" v="1221" actId="1076"/>
          <ac:spMkLst>
            <pc:docMk/>
            <pc:sldMk cId="3780918240" sldId="404"/>
            <ac:spMk id="4" creationId="{A796D704-1B80-417A-33A1-22C9DA1DE33C}"/>
          </ac:spMkLst>
        </pc:spChg>
      </pc:sldChg>
      <pc:sldChg chg="add">
        <pc:chgData name="Nathan Caruana" userId="8127e05c-6dca-40e5-92aa-d771d5dae507" providerId="ADAL" clId="{B153D80B-B4DC-4EE2-9857-C926F48E3D44}" dt="2026-02-17T02:16:44.567" v="377"/>
        <pc:sldMkLst>
          <pc:docMk/>
          <pc:sldMk cId="3739301436" sldId="406"/>
        </pc:sldMkLst>
      </pc:sldChg>
      <pc:sldChg chg="modSp add mod ord">
        <pc:chgData name="Nathan Caruana" userId="8127e05c-6dca-40e5-92aa-d771d5dae507" providerId="ADAL" clId="{B153D80B-B4DC-4EE2-9857-C926F48E3D44}" dt="2026-02-17T02:24:07.733" v="1122" actId="20577"/>
        <pc:sldMkLst>
          <pc:docMk/>
          <pc:sldMk cId="954298885" sldId="407"/>
        </pc:sldMkLst>
        <pc:spChg chg="mod">
          <ac:chgData name="Nathan Caruana" userId="8127e05c-6dca-40e5-92aa-d771d5dae507" providerId="ADAL" clId="{B153D80B-B4DC-4EE2-9857-C926F48E3D44}" dt="2026-02-17T02:24:07.733" v="1122" actId="20577"/>
          <ac:spMkLst>
            <pc:docMk/>
            <pc:sldMk cId="954298885" sldId="407"/>
            <ac:spMk id="4" creationId="{7742C1A9-9C47-DEE2-1002-D79021439381}"/>
          </ac:spMkLst>
        </pc:spChg>
      </pc:sldChg>
    </pc:docChg>
  </pc:docChgLst>
  <pc:docChgLst>
    <pc:chgData name="Ben Kelly" userId="S::kell0662@flinders.edu.au::79179b44-934c-4bdd-82f6-75b69b2eecee" providerId="AD" clId="Web-{4B1D3591-D349-85D2-9861-8D3978788B67}"/>
    <pc:docChg chg="modSld">
      <pc:chgData name="Ben Kelly" userId="S::kell0662@flinders.edu.au::79179b44-934c-4bdd-82f6-75b69b2eecee" providerId="AD" clId="Web-{4B1D3591-D349-85D2-9861-8D3978788B67}" dt="2026-02-23T02:34:08.509" v="1" actId="20577"/>
      <pc:docMkLst>
        <pc:docMk/>
      </pc:docMkLst>
      <pc:sldChg chg="modSp">
        <pc:chgData name="Ben Kelly" userId="S::kell0662@flinders.edu.au::79179b44-934c-4bdd-82f6-75b69b2eecee" providerId="AD" clId="Web-{4B1D3591-D349-85D2-9861-8D3978788B67}" dt="2026-02-23T02:34:08.509" v="1" actId="20577"/>
        <pc:sldMkLst>
          <pc:docMk/>
          <pc:sldMk cId="3485535442" sldId="352"/>
        </pc:sldMkLst>
        <pc:spChg chg="mod">
          <ac:chgData name="Ben Kelly" userId="S::kell0662@flinders.edu.au::79179b44-934c-4bdd-82f6-75b69b2eecee" providerId="AD" clId="Web-{4B1D3591-D349-85D2-9861-8D3978788B67}" dt="2026-02-23T02:34:08.509" v="1" actId="20577"/>
          <ac:spMkLst>
            <pc:docMk/>
            <pc:sldMk cId="3485535442" sldId="352"/>
            <ac:spMk id="8" creationId="{DEC0E1BD-7849-F375-4DEA-618FC22075E8}"/>
          </ac:spMkLst>
        </pc:spChg>
      </pc:sldChg>
    </pc:docChg>
  </pc:docChgLst>
  <pc:docChgLst>
    <pc:chgData name="Sophia Jaeger" userId="cd671728-153b-43d2-8153-a89315e48cfc" providerId="ADAL" clId="{4108DB21-E8EE-4783-A79B-AFF5CD9BBC9F}"/>
    <pc:docChg chg="custSel addSld delSld modSld">
      <pc:chgData name="Sophia Jaeger" userId="cd671728-153b-43d2-8153-a89315e48cfc" providerId="ADAL" clId="{4108DB21-E8EE-4783-A79B-AFF5CD9BBC9F}" dt="2026-02-06T08:07:31.340" v="201" actId="478"/>
      <pc:docMkLst>
        <pc:docMk/>
      </pc:docMkLst>
    </pc:docChg>
  </pc:docChgLst>
  <pc:docChgLst>
    <pc:chgData name="Ben Kelly" userId="79179b44-934c-4bdd-82f6-75b69b2eecee" providerId="ADAL" clId="{3C2F4305-F0A9-4917-9862-FE8FDE4F6DD5}"/>
    <pc:docChg chg="undo custSel addSld delSld modSld sldOrd modSection">
      <pc:chgData name="Ben Kelly" userId="79179b44-934c-4bdd-82f6-75b69b2eecee" providerId="ADAL" clId="{3C2F4305-F0A9-4917-9862-FE8FDE4F6DD5}" dt="2026-02-17T03:34:07.876" v="12617" actId="20577"/>
      <pc:docMkLst>
        <pc:docMk/>
      </pc:docMkLst>
      <pc:sldChg chg="modSp mod">
        <pc:chgData name="Ben Kelly" userId="79179b44-934c-4bdd-82f6-75b69b2eecee" providerId="ADAL" clId="{3C2F4305-F0A9-4917-9862-FE8FDE4F6DD5}" dt="2026-02-16T01:55:03.158" v="1246" actId="20577"/>
        <pc:sldMkLst>
          <pc:docMk/>
          <pc:sldMk cId="543766611" sldId="309"/>
        </pc:sldMkLst>
        <pc:spChg chg="mod">
          <ac:chgData name="Ben Kelly" userId="79179b44-934c-4bdd-82f6-75b69b2eecee" providerId="ADAL" clId="{3C2F4305-F0A9-4917-9862-FE8FDE4F6DD5}" dt="2026-02-16T01:55:03.158" v="1246" actId="20577"/>
          <ac:spMkLst>
            <pc:docMk/>
            <pc:sldMk cId="543766611" sldId="309"/>
            <ac:spMk id="4" creationId="{27E6A66C-BE03-3BC4-9044-0644AE40DD33}"/>
          </ac:spMkLst>
        </pc:spChg>
      </pc:sldChg>
      <pc:sldChg chg="modSp mod">
        <pc:chgData name="Ben Kelly" userId="79179b44-934c-4bdd-82f6-75b69b2eecee" providerId="ADAL" clId="{3C2F4305-F0A9-4917-9862-FE8FDE4F6DD5}" dt="2026-02-16T22:28:25.936" v="6606" actId="20577"/>
        <pc:sldMkLst>
          <pc:docMk/>
          <pc:sldMk cId="2790588895" sldId="351"/>
        </pc:sldMkLst>
        <pc:spChg chg="mod">
          <ac:chgData name="Ben Kelly" userId="79179b44-934c-4bdd-82f6-75b69b2eecee" providerId="ADAL" clId="{3C2F4305-F0A9-4917-9862-FE8FDE4F6DD5}" dt="2026-02-16T22:28:25.936" v="6606" actId="20577"/>
          <ac:spMkLst>
            <pc:docMk/>
            <pc:sldMk cId="2790588895" sldId="351"/>
            <ac:spMk id="6" creationId="{73E62CC9-1B28-18A7-CC52-50EB57FDE7EA}"/>
          </ac:spMkLst>
        </pc:spChg>
      </pc:sldChg>
      <pc:sldChg chg="modSp mod">
        <pc:chgData name="Ben Kelly" userId="79179b44-934c-4bdd-82f6-75b69b2eecee" providerId="ADAL" clId="{3C2F4305-F0A9-4917-9862-FE8FDE4F6DD5}" dt="2026-02-16T22:30:50.069" v="6839" actId="20577"/>
        <pc:sldMkLst>
          <pc:docMk/>
          <pc:sldMk cId="3485535442" sldId="352"/>
        </pc:sldMkLst>
        <pc:spChg chg="mod">
          <ac:chgData name="Ben Kelly" userId="79179b44-934c-4bdd-82f6-75b69b2eecee" providerId="ADAL" clId="{3C2F4305-F0A9-4917-9862-FE8FDE4F6DD5}" dt="2026-02-16T22:21:45.412" v="6054" actId="20577"/>
          <ac:spMkLst>
            <pc:docMk/>
            <pc:sldMk cId="3485535442" sldId="352"/>
            <ac:spMk id="7" creationId="{1123B11A-1646-BCAB-265A-0C82AA3D20CD}"/>
          </ac:spMkLst>
        </pc:spChg>
        <pc:spChg chg="mod">
          <ac:chgData name="Ben Kelly" userId="79179b44-934c-4bdd-82f6-75b69b2eecee" providerId="ADAL" clId="{3C2F4305-F0A9-4917-9862-FE8FDE4F6DD5}" dt="2026-02-16T22:30:50.069" v="6839" actId="20577"/>
          <ac:spMkLst>
            <pc:docMk/>
            <pc:sldMk cId="3485535442" sldId="352"/>
            <ac:spMk id="8" creationId="{DEC0E1BD-7849-F375-4DEA-618FC22075E8}"/>
          </ac:spMkLst>
        </pc:spChg>
      </pc:sldChg>
      <pc:sldChg chg="modSp mod">
        <pc:chgData name="Ben Kelly" userId="79179b44-934c-4bdd-82f6-75b69b2eecee" providerId="ADAL" clId="{3C2F4305-F0A9-4917-9862-FE8FDE4F6DD5}" dt="2026-02-16T22:40:44.910" v="6898" actId="20577"/>
        <pc:sldMkLst>
          <pc:docMk/>
          <pc:sldMk cId="725145585" sldId="353"/>
        </pc:sldMkLst>
        <pc:spChg chg="mod">
          <ac:chgData name="Ben Kelly" userId="79179b44-934c-4bdd-82f6-75b69b2eecee" providerId="ADAL" clId="{3C2F4305-F0A9-4917-9862-FE8FDE4F6DD5}" dt="2026-02-16T22:22:18.076" v="6063" actId="20577"/>
          <ac:spMkLst>
            <pc:docMk/>
            <pc:sldMk cId="725145585" sldId="353"/>
            <ac:spMk id="5" creationId="{6AF99E4E-0D5C-04CA-C40F-53FE2D2BC65A}"/>
          </ac:spMkLst>
        </pc:spChg>
        <pc:spChg chg="mod">
          <ac:chgData name="Ben Kelly" userId="79179b44-934c-4bdd-82f6-75b69b2eecee" providerId="ADAL" clId="{3C2F4305-F0A9-4917-9862-FE8FDE4F6DD5}" dt="2026-02-16T22:40:44.910" v="6898" actId="20577"/>
          <ac:spMkLst>
            <pc:docMk/>
            <pc:sldMk cId="725145585" sldId="353"/>
            <ac:spMk id="6" creationId="{4518DE7A-DC54-DA4B-6DE9-467E1F3F284F}"/>
          </ac:spMkLst>
        </pc:spChg>
      </pc:sldChg>
      <pc:sldChg chg="modSp mod">
        <pc:chgData name="Ben Kelly" userId="79179b44-934c-4bdd-82f6-75b69b2eecee" providerId="ADAL" clId="{3C2F4305-F0A9-4917-9862-FE8FDE4F6DD5}" dt="2026-02-16T22:22:24.084" v="6065" actId="20577"/>
        <pc:sldMkLst>
          <pc:docMk/>
          <pc:sldMk cId="1680331620" sldId="359"/>
        </pc:sldMkLst>
        <pc:spChg chg="mod">
          <ac:chgData name="Ben Kelly" userId="79179b44-934c-4bdd-82f6-75b69b2eecee" providerId="ADAL" clId="{3C2F4305-F0A9-4917-9862-FE8FDE4F6DD5}" dt="2026-02-16T22:22:24.084" v="6065" actId="20577"/>
          <ac:spMkLst>
            <pc:docMk/>
            <pc:sldMk cId="1680331620" sldId="359"/>
            <ac:spMk id="3" creationId="{9007315D-FBC3-890A-E2BB-3A777825064F}"/>
          </ac:spMkLst>
        </pc:spChg>
      </pc:sldChg>
      <pc:sldChg chg="modSp mod">
        <pc:chgData name="Ben Kelly" userId="79179b44-934c-4bdd-82f6-75b69b2eecee" providerId="ADAL" clId="{3C2F4305-F0A9-4917-9862-FE8FDE4F6DD5}" dt="2026-02-16T21:57:02.010" v="4896" actId="20577"/>
        <pc:sldMkLst>
          <pc:docMk/>
          <pc:sldMk cId="2356334735" sldId="370"/>
        </pc:sldMkLst>
        <pc:spChg chg="mod">
          <ac:chgData name="Ben Kelly" userId="79179b44-934c-4bdd-82f6-75b69b2eecee" providerId="ADAL" clId="{3C2F4305-F0A9-4917-9862-FE8FDE4F6DD5}" dt="2026-02-16T21:57:02.010" v="4896" actId="20577"/>
          <ac:spMkLst>
            <pc:docMk/>
            <pc:sldMk cId="2356334735" sldId="370"/>
            <ac:spMk id="2" creationId="{A852D177-142C-0C9B-4881-DF64553799E3}"/>
          </ac:spMkLst>
        </pc:spChg>
      </pc:sldChg>
      <pc:sldChg chg="addSp delSp modSp add mod modAnim modNotesTx">
        <pc:chgData name="Ben Kelly" userId="79179b44-934c-4bdd-82f6-75b69b2eecee" providerId="ADAL" clId="{3C2F4305-F0A9-4917-9862-FE8FDE4F6DD5}" dt="2026-02-17T00:57:19.413" v="9476" actId="1076"/>
        <pc:sldMkLst>
          <pc:docMk/>
          <pc:sldMk cId="9013139" sldId="372"/>
        </pc:sldMkLst>
        <pc:spChg chg="mod">
          <ac:chgData name="Ben Kelly" userId="79179b44-934c-4bdd-82f6-75b69b2eecee" providerId="ADAL" clId="{3C2F4305-F0A9-4917-9862-FE8FDE4F6DD5}" dt="2026-02-17T00:02:32.092" v="8144" actId="20577"/>
          <ac:spMkLst>
            <pc:docMk/>
            <pc:sldMk cId="9013139" sldId="372"/>
            <ac:spMk id="4" creationId="{5B706DB2-53FA-EE36-C4E9-2AFA65A29D5D}"/>
          </ac:spMkLst>
        </pc:spChg>
        <pc:spChg chg="mod">
          <ac:chgData name="Ben Kelly" userId="79179b44-934c-4bdd-82f6-75b69b2eecee" providerId="ADAL" clId="{3C2F4305-F0A9-4917-9862-FE8FDE4F6DD5}" dt="2026-02-17T00:57:19.413" v="9476" actId="1076"/>
          <ac:spMkLst>
            <pc:docMk/>
            <pc:sldMk cId="9013139" sldId="372"/>
            <ac:spMk id="6" creationId="{E7F52CFD-1CE2-E93F-7FB0-09F29487075F}"/>
          </ac:spMkLst>
        </pc:spChg>
        <pc:spChg chg="add mod">
          <ac:chgData name="Ben Kelly" userId="79179b44-934c-4bdd-82f6-75b69b2eecee" providerId="ADAL" clId="{3C2F4305-F0A9-4917-9862-FE8FDE4F6DD5}" dt="2026-02-17T00:01:44.148" v="8134" actId="1076"/>
          <ac:spMkLst>
            <pc:docMk/>
            <pc:sldMk cId="9013139" sldId="372"/>
            <ac:spMk id="12" creationId="{859CDA2D-1314-E5B7-0A4F-F80E40B14D2B}"/>
          </ac:spMkLst>
        </pc:spChg>
        <pc:picChg chg="add mod">
          <ac:chgData name="Ben Kelly" userId="79179b44-934c-4bdd-82f6-75b69b2eecee" providerId="ADAL" clId="{3C2F4305-F0A9-4917-9862-FE8FDE4F6DD5}" dt="2026-02-17T00:01:39.404" v="8133" actId="1076"/>
          <ac:picMkLst>
            <pc:docMk/>
            <pc:sldMk cId="9013139" sldId="372"/>
            <ac:picMk id="11" creationId="{003B7A00-BEAD-E519-D5DC-98B989ED6F36}"/>
          </ac:picMkLst>
        </pc:picChg>
      </pc:sldChg>
      <pc:sldChg chg="addSp delSp modSp new mod">
        <pc:chgData name="Ben Kelly" userId="79179b44-934c-4bdd-82f6-75b69b2eecee" providerId="ADAL" clId="{3C2F4305-F0A9-4917-9862-FE8FDE4F6DD5}" dt="2026-02-17T00:12:22.540" v="8288" actId="1076"/>
        <pc:sldMkLst>
          <pc:docMk/>
          <pc:sldMk cId="3846633111" sldId="384"/>
        </pc:sldMkLst>
        <pc:spChg chg="mod">
          <ac:chgData name="Ben Kelly" userId="79179b44-934c-4bdd-82f6-75b69b2eecee" providerId="ADAL" clId="{3C2F4305-F0A9-4917-9862-FE8FDE4F6DD5}" dt="2026-02-16T02:20:30.366" v="1901" actId="20577"/>
          <ac:spMkLst>
            <pc:docMk/>
            <pc:sldMk cId="3846633111" sldId="384"/>
            <ac:spMk id="3" creationId="{9F153724-3263-04CD-4DBC-A2191756B809}"/>
          </ac:spMkLst>
        </pc:spChg>
        <pc:spChg chg="mod">
          <ac:chgData name="Ben Kelly" userId="79179b44-934c-4bdd-82f6-75b69b2eecee" providerId="ADAL" clId="{3C2F4305-F0A9-4917-9862-FE8FDE4F6DD5}" dt="2026-02-17T00:12:22.540" v="8288" actId="1076"/>
          <ac:spMkLst>
            <pc:docMk/>
            <pc:sldMk cId="3846633111" sldId="384"/>
            <ac:spMk id="4" creationId="{6E0031CD-518D-2423-A046-3555B3AAABED}"/>
          </ac:spMkLst>
        </pc:spChg>
        <pc:picChg chg="add mod">
          <ac:chgData name="Ben Kelly" userId="79179b44-934c-4bdd-82f6-75b69b2eecee" providerId="ADAL" clId="{3C2F4305-F0A9-4917-9862-FE8FDE4F6DD5}" dt="2026-02-17T00:12:19.692" v="8287" actId="1076"/>
          <ac:picMkLst>
            <pc:docMk/>
            <pc:sldMk cId="3846633111" sldId="384"/>
            <ac:picMk id="8" creationId="{9A1F0B0E-0855-8F3D-08D7-24E2C7E55508}"/>
          </ac:picMkLst>
        </pc:picChg>
      </pc:sldChg>
      <pc:sldChg chg="addSp delSp modSp add mod">
        <pc:chgData name="Ben Kelly" userId="79179b44-934c-4bdd-82f6-75b69b2eecee" providerId="ADAL" clId="{3C2F4305-F0A9-4917-9862-FE8FDE4F6DD5}" dt="2026-02-16T22:14:56.140" v="5442" actId="1076"/>
        <pc:sldMkLst>
          <pc:docMk/>
          <pc:sldMk cId="452613644" sldId="386"/>
        </pc:sldMkLst>
        <pc:spChg chg="mod">
          <ac:chgData name="Ben Kelly" userId="79179b44-934c-4bdd-82f6-75b69b2eecee" providerId="ADAL" clId="{3C2F4305-F0A9-4917-9862-FE8FDE4F6DD5}" dt="2026-02-16T02:56:21.919" v="3254" actId="20577"/>
          <ac:spMkLst>
            <pc:docMk/>
            <pc:sldMk cId="452613644" sldId="386"/>
            <ac:spMk id="3" creationId="{A7B97666-2D4E-B333-54BB-1735545E7FB5}"/>
          </ac:spMkLst>
        </pc:spChg>
        <pc:spChg chg="mod">
          <ac:chgData name="Ben Kelly" userId="79179b44-934c-4bdd-82f6-75b69b2eecee" providerId="ADAL" clId="{3C2F4305-F0A9-4917-9862-FE8FDE4F6DD5}" dt="2026-02-16T22:14:45.892" v="5441" actId="15"/>
          <ac:spMkLst>
            <pc:docMk/>
            <pc:sldMk cId="452613644" sldId="386"/>
            <ac:spMk id="4" creationId="{974ADE32-487E-1EE8-99CC-7B5F2F85F18F}"/>
          </ac:spMkLst>
        </pc:spChg>
        <pc:picChg chg="add mod">
          <ac:chgData name="Ben Kelly" userId="79179b44-934c-4bdd-82f6-75b69b2eecee" providerId="ADAL" clId="{3C2F4305-F0A9-4917-9862-FE8FDE4F6DD5}" dt="2026-02-16T02:59:18.070" v="3402" actId="1076"/>
          <ac:picMkLst>
            <pc:docMk/>
            <pc:sldMk cId="452613644" sldId="386"/>
            <ac:picMk id="9" creationId="{3ABF5A7B-F676-DC63-FE01-EAE2CABA8AFA}"/>
          </ac:picMkLst>
        </pc:picChg>
        <pc:picChg chg="add mod">
          <ac:chgData name="Ben Kelly" userId="79179b44-934c-4bdd-82f6-75b69b2eecee" providerId="ADAL" clId="{3C2F4305-F0A9-4917-9862-FE8FDE4F6DD5}" dt="2026-02-16T22:14:56.140" v="5442" actId="1076"/>
          <ac:picMkLst>
            <pc:docMk/>
            <pc:sldMk cId="452613644" sldId="386"/>
            <ac:picMk id="11" creationId="{E9117338-AECE-FADB-93F8-FDEC7D6DFE12}"/>
          </ac:picMkLst>
        </pc:picChg>
      </pc:sldChg>
      <pc:sldChg chg="addSp delSp modSp add mod ord">
        <pc:chgData name="Ben Kelly" userId="79179b44-934c-4bdd-82f6-75b69b2eecee" providerId="ADAL" clId="{3C2F4305-F0A9-4917-9862-FE8FDE4F6DD5}" dt="2026-02-17T00:51:01.701" v="9379"/>
        <pc:sldMkLst>
          <pc:docMk/>
          <pc:sldMk cId="3659435379" sldId="387"/>
        </pc:sldMkLst>
        <pc:spChg chg="mod">
          <ac:chgData name="Ben Kelly" userId="79179b44-934c-4bdd-82f6-75b69b2eecee" providerId="ADAL" clId="{3C2F4305-F0A9-4917-9862-FE8FDE4F6DD5}" dt="2026-02-16T02:48:25.110" v="2635" actId="20577"/>
          <ac:spMkLst>
            <pc:docMk/>
            <pc:sldMk cId="3659435379" sldId="387"/>
            <ac:spMk id="3" creationId="{F68C00EE-BD2F-A788-754F-C310AD8533F4}"/>
          </ac:spMkLst>
        </pc:spChg>
        <pc:spChg chg="mod">
          <ac:chgData name="Ben Kelly" userId="79179b44-934c-4bdd-82f6-75b69b2eecee" providerId="ADAL" clId="{3C2F4305-F0A9-4917-9862-FE8FDE4F6DD5}" dt="2026-02-17T00:45:03.672" v="8812" actId="13926"/>
          <ac:spMkLst>
            <pc:docMk/>
            <pc:sldMk cId="3659435379" sldId="387"/>
            <ac:spMk id="4" creationId="{C6AFA5D2-5042-CC80-D3E8-9F21B71E5114}"/>
          </ac:spMkLst>
        </pc:spChg>
        <pc:picChg chg="add mod">
          <ac:chgData name="Ben Kelly" userId="79179b44-934c-4bdd-82f6-75b69b2eecee" providerId="ADAL" clId="{3C2F4305-F0A9-4917-9862-FE8FDE4F6DD5}" dt="2026-02-16T22:14:32.684" v="5435" actId="1076"/>
          <ac:picMkLst>
            <pc:docMk/>
            <pc:sldMk cId="3659435379" sldId="387"/>
            <ac:picMk id="6" creationId="{9BC4EAD8-B6CC-29C6-A7FD-F709F4DD6EAA}"/>
          </ac:picMkLst>
        </pc:picChg>
      </pc:sldChg>
      <pc:sldChg chg="addSp delSp modSp add mod ord">
        <pc:chgData name="Ben Kelly" userId="79179b44-934c-4bdd-82f6-75b69b2eecee" providerId="ADAL" clId="{3C2F4305-F0A9-4917-9862-FE8FDE4F6DD5}" dt="2026-02-17T03:11:10.487" v="10202" actId="20577"/>
        <pc:sldMkLst>
          <pc:docMk/>
          <pc:sldMk cId="3074002191" sldId="388"/>
        </pc:sldMkLst>
        <pc:spChg chg="mod">
          <ac:chgData name="Ben Kelly" userId="79179b44-934c-4bdd-82f6-75b69b2eecee" providerId="ADAL" clId="{3C2F4305-F0A9-4917-9862-FE8FDE4F6DD5}" dt="2026-02-17T03:11:10.487" v="10202" actId="20577"/>
          <ac:spMkLst>
            <pc:docMk/>
            <pc:sldMk cId="3074002191" sldId="388"/>
            <ac:spMk id="3" creationId="{1EC6C365-5BFE-18CD-0865-98DF5549CAEF}"/>
          </ac:spMkLst>
        </pc:spChg>
        <pc:spChg chg="mod">
          <ac:chgData name="Ben Kelly" userId="79179b44-934c-4bdd-82f6-75b69b2eecee" providerId="ADAL" clId="{3C2F4305-F0A9-4917-9862-FE8FDE4F6DD5}" dt="2026-02-17T02:58:01.452" v="9975" actId="20577"/>
          <ac:spMkLst>
            <pc:docMk/>
            <pc:sldMk cId="3074002191" sldId="388"/>
            <ac:spMk id="4" creationId="{16F71DAD-40F2-A060-9005-B32095543441}"/>
          </ac:spMkLst>
        </pc:spChg>
        <pc:picChg chg="add mod">
          <ac:chgData name="Ben Kelly" userId="79179b44-934c-4bdd-82f6-75b69b2eecee" providerId="ADAL" clId="{3C2F4305-F0A9-4917-9862-FE8FDE4F6DD5}" dt="2026-02-17T02:59:25.020" v="9985" actId="1076"/>
          <ac:picMkLst>
            <pc:docMk/>
            <pc:sldMk cId="3074002191" sldId="388"/>
            <ac:picMk id="8" creationId="{07907734-C6B7-9902-C88B-49A42D30C9EC}"/>
          </ac:picMkLst>
        </pc:picChg>
      </pc:sldChg>
      <pc:sldChg chg="addSp delSp modSp add mod ord">
        <pc:chgData name="Ben Kelly" userId="79179b44-934c-4bdd-82f6-75b69b2eecee" providerId="ADAL" clId="{3C2F4305-F0A9-4917-9862-FE8FDE4F6DD5}" dt="2026-02-17T03:22:23.772" v="11297"/>
        <pc:sldMkLst>
          <pc:docMk/>
          <pc:sldMk cId="1322699661" sldId="390"/>
        </pc:sldMkLst>
        <pc:spChg chg="mod">
          <ac:chgData name="Ben Kelly" userId="79179b44-934c-4bdd-82f6-75b69b2eecee" providerId="ADAL" clId="{3C2F4305-F0A9-4917-9862-FE8FDE4F6DD5}" dt="2026-02-16T03:00:58.142" v="3583" actId="20577"/>
          <ac:spMkLst>
            <pc:docMk/>
            <pc:sldMk cId="1322699661" sldId="390"/>
            <ac:spMk id="3" creationId="{93ECAD6F-2A09-B452-13D0-D7FB1EB4CBBE}"/>
          </ac:spMkLst>
        </pc:spChg>
        <pc:spChg chg="mod">
          <ac:chgData name="Ben Kelly" userId="79179b44-934c-4bdd-82f6-75b69b2eecee" providerId="ADAL" clId="{3C2F4305-F0A9-4917-9862-FE8FDE4F6DD5}" dt="2026-02-17T03:21:08.884" v="11098" actId="20577"/>
          <ac:spMkLst>
            <pc:docMk/>
            <pc:sldMk cId="1322699661" sldId="390"/>
            <ac:spMk id="4" creationId="{4A8694B9-85CC-C61F-A452-54B9631951D6}"/>
          </ac:spMkLst>
        </pc:spChg>
        <pc:picChg chg="add mod">
          <ac:chgData name="Ben Kelly" userId="79179b44-934c-4bdd-82f6-75b69b2eecee" providerId="ADAL" clId="{3C2F4305-F0A9-4917-9862-FE8FDE4F6DD5}" dt="2026-02-17T03:22:23.772" v="11297"/>
          <ac:picMkLst>
            <pc:docMk/>
            <pc:sldMk cId="1322699661" sldId="390"/>
            <ac:picMk id="6" creationId="{DA8F418A-BCE6-714E-2023-6A133E4C9ECF}"/>
          </ac:picMkLst>
        </pc:picChg>
      </pc:sldChg>
      <pc:sldChg chg="addSp modSp add mod ord">
        <pc:chgData name="Ben Kelly" userId="79179b44-934c-4bdd-82f6-75b69b2eecee" providerId="ADAL" clId="{3C2F4305-F0A9-4917-9862-FE8FDE4F6DD5}" dt="2026-02-17T03:22:10.916" v="11296"/>
        <pc:sldMkLst>
          <pc:docMk/>
          <pc:sldMk cId="490914815" sldId="391"/>
        </pc:sldMkLst>
        <pc:spChg chg="mod">
          <ac:chgData name="Ben Kelly" userId="79179b44-934c-4bdd-82f6-75b69b2eecee" providerId="ADAL" clId="{3C2F4305-F0A9-4917-9862-FE8FDE4F6DD5}" dt="2026-02-16T03:04:15.662" v="4021" actId="20577"/>
          <ac:spMkLst>
            <pc:docMk/>
            <pc:sldMk cId="490914815" sldId="391"/>
            <ac:spMk id="3" creationId="{8D7DC633-E2C4-10B8-39B7-0B6DA7C6702F}"/>
          </ac:spMkLst>
        </pc:spChg>
        <pc:spChg chg="mod">
          <ac:chgData name="Ben Kelly" userId="79179b44-934c-4bdd-82f6-75b69b2eecee" providerId="ADAL" clId="{3C2F4305-F0A9-4917-9862-FE8FDE4F6DD5}" dt="2026-02-16T22:18:05.349" v="5649" actId="20577"/>
          <ac:spMkLst>
            <pc:docMk/>
            <pc:sldMk cId="490914815" sldId="391"/>
            <ac:spMk id="4" creationId="{F08FCCF9-E660-D93B-856E-951935A35363}"/>
          </ac:spMkLst>
        </pc:spChg>
        <pc:picChg chg="add mod">
          <ac:chgData name="Ben Kelly" userId="79179b44-934c-4bdd-82f6-75b69b2eecee" providerId="ADAL" clId="{3C2F4305-F0A9-4917-9862-FE8FDE4F6DD5}" dt="2026-02-17T03:22:02.276" v="11295"/>
          <ac:picMkLst>
            <pc:docMk/>
            <pc:sldMk cId="490914815" sldId="391"/>
            <ac:picMk id="6" creationId="{35CD82E2-401E-4B5F-E946-7CF4E327721B}"/>
          </ac:picMkLst>
        </pc:picChg>
        <pc:picChg chg="add mod">
          <ac:chgData name="Ben Kelly" userId="79179b44-934c-4bdd-82f6-75b69b2eecee" providerId="ADAL" clId="{3C2F4305-F0A9-4917-9862-FE8FDE4F6DD5}" dt="2026-02-17T03:22:10.916" v="11296"/>
          <ac:picMkLst>
            <pc:docMk/>
            <pc:sldMk cId="490914815" sldId="391"/>
            <ac:picMk id="7" creationId="{80842484-2AD7-4EF3-40FC-0F0DE3CCA290}"/>
          </ac:picMkLst>
        </pc:picChg>
      </pc:sldChg>
      <pc:sldChg chg="addSp delSp modSp new mod ord">
        <pc:chgData name="Ben Kelly" userId="79179b44-934c-4bdd-82f6-75b69b2eecee" providerId="ADAL" clId="{3C2F4305-F0A9-4917-9862-FE8FDE4F6DD5}" dt="2026-02-17T03:29:36.828" v="12046" actId="20577"/>
        <pc:sldMkLst>
          <pc:docMk/>
          <pc:sldMk cId="3013683335" sldId="392"/>
        </pc:sldMkLst>
        <pc:spChg chg="mod">
          <ac:chgData name="Ben Kelly" userId="79179b44-934c-4bdd-82f6-75b69b2eecee" providerId="ADAL" clId="{3C2F4305-F0A9-4917-9862-FE8FDE4F6DD5}" dt="2026-02-16T03:27:55.189" v="4484" actId="20577"/>
          <ac:spMkLst>
            <pc:docMk/>
            <pc:sldMk cId="3013683335" sldId="392"/>
            <ac:spMk id="3" creationId="{2650971E-AFA9-246B-A2A9-3B2EDF1C855E}"/>
          </ac:spMkLst>
        </pc:spChg>
        <pc:spChg chg="mod">
          <ac:chgData name="Ben Kelly" userId="79179b44-934c-4bdd-82f6-75b69b2eecee" providerId="ADAL" clId="{3C2F4305-F0A9-4917-9862-FE8FDE4F6DD5}" dt="2026-02-17T03:29:36.828" v="12046" actId="20577"/>
          <ac:spMkLst>
            <pc:docMk/>
            <pc:sldMk cId="3013683335" sldId="392"/>
            <ac:spMk id="4" creationId="{B293FDBA-79E4-6787-070A-E1E955C61869}"/>
          </ac:spMkLst>
        </pc:spChg>
      </pc:sldChg>
      <pc:sldChg chg="modSp add mod">
        <pc:chgData name="Ben Kelly" userId="79179b44-934c-4bdd-82f6-75b69b2eecee" providerId="ADAL" clId="{3C2F4305-F0A9-4917-9862-FE8FDE4F6DD5}" dt="2026-02-16T22:11:10.301" v="5401" actId="1076"/>
        <pc:sldMkLst>
          <pc:docMk/>
          <pc:sldMk cId="740597418" sldId="393"/>
        </pc:sldMkLst>
        <pc:spChg chg="mod">
          <ac:chgData name="Ben Kelly" userId="79179b44-934c-4bdd-82f6-75b69b2eecee" providerId="ADAL" clId="{3C2F4305-F0A9-4917-9862-FE8FDE4F6DD5}" dt="2026-02-16T22:11:05.542" v="5400" actId="403"/>
          <ac:spMkLst>
            <pc:docMk/>
            <pc:sldMk cId="740597418" sldId="393"/>
            <ac:spMk id="4" creationId="{A3010C4C-A846-6F5F-F5E1-C35CD405403E}"/>
          </ac:spMkLst>
        </pc:spChg>
        <pc:picChg chg="mod">
          <ac:chgData name="Ben Kelly" userId="79179b44-934c-4bdd-82f6-75b69b2eecee" providerId="ADAL" clId="{3C2F4305-F0A9-4917-9862-FE8FDE4F6DD5}" dt="2026-02-16T22:11:10.301" v="5401" actId="1076"/>
          <ac:picMkLst>
            <pc:docMk/>
            <pc:sldMk cId="740597418" sldId="393"/>
            <ac:picMk id="6" creationId="{D4563CA6-5807-A23C-183D-17D70753F936}"/>
          </ac:picMkLst>
        </pc:picChg>
      </pc:sldChg>
      <pc:sldChg chg="addSp modSp new mod ord">
        <pc:chgData name="Ben Kelly" userId="79179b44-934c-4bdd-82f6-75b69b2eecee" providerId="ADAL" clId="{3C2F4305-F0A9-4917-9862-FE8FDE4F6DD5}" dt="2026-02-17T03:22:33.428" v="11298"/>
        <pc:sldMkLst>
          <pc:docMk/>
          <pc:sldMk cId="1681467897" sldId="394"/>
        </pc:sldMkLst>
        <pc:spChg chg="mod">
          <ac:chgData name="Ben Kelly" userId="79179b44-934c-4bdd-82f6-75b69b2eecee" providerId="ADAL" clId="{3C2F4305-F0A9-4917-9862-FE8FDE4F6DD5}" dt="2026-02-16T22:17:59.100" v="5648" actId="20577"/>
          <ac:spMkLst>
            <pc:docMk/>
            <pc:sldMk cId="1681467897" sldId="394"/>
            <ac:spMk id="3" creationId="{6D0C091E-D51C-A2DE-9E60-972B2145F4A8}"/>
          </ac:spMkLst>
        </pc:spChg>
        <pc:spChg chg="mod">
          <ac:chgData name="Ben Kelly" userId="79179b44-934c-4bdd-82f6-75b69b2eecee" providerId="ADAL" clId="{3C2F4305-F0A9-4917-9862-FE8FDE4F6DD5}" dt="2026-02-16T22:18:41.086" v="5760" actId="12"/>
          <ac:spMkLst>
            <pc:docMk/>
            <pc:sldMk cId="1681467897" sldId="394"/>
            <ac:spMk id="4" creationId="{2E4499E5-E05D-153C-EDDA-79F7E4E2956E}"/>
          </ac:spMkLst>
        </pc:spChg>
        <pc:picChg chg="add mod">
          <ac:chgData name="Ben Kelly" userId="79179b44-934c-4bdd-82f6-75b69b2eecee" providerId="ADAL" clId="{3C2F4305-F0A9-4917-9862-FE8FDE4F6DD5}" dt="2026-02-17T03:22:33.428" v="11298"/>
          <ac:picMkLst>
            <pc:docMk/>
            <pc:sldMk cId="1681467897" sldId="394"/>
            <ac:picMk id="6" creationId="{AEFD06A1-AE7E-0AC0-2FC8-613F7F9BB9EB}"/>
          </ac:picMkLst>
        </pc:picChg>
      </pc:sldChg>
      <pc:sldChg chg="addSp modSp new mod ord">
        <pc:chgData name="Ben Kelly" userId="79179b44-934c-4bdd-82f6-75b69b2eecee" providerId="ADAL" clId="{3C2F4305-F0A9-4917-9862-FE8FDE4F6DD5}" dt="2026-02-17T03:34:07.876" v="12617" actId="20577"/>
        <pc:sldMkLst>
          <pc:docMk/>
          <pc:sldMk cId="337283674" sldId="395"/>
        </pc:sldMkLst>
        <pc:spChg chg="mod">
          <ac:chgData name="Ben Kelly" userId="79179b44-934c-4bdd-82f6-75b69b2eecee" providerId="ADAL" clId="{3C2F4305-F0A9-4917-9862-FE8FDE4F6DD5}" dt="2026-02-17T03:34:07.876" v="12617" actId="20577"/>
          <ac:spMkLst>
            <pc:docMk/>
            <pc:sldMk cId="337283674" sldId="395"/>
            <ac:spMk id="3" creationId="{7C151821-F901-E336-8618-6077F9273A70}"/>
          </ac:spMkLst>
        </pc:spChg>
        <pc:spChg chg="mod">
          <ac:chgData name="Ben Kelly" userId="79179b44-934c-4bdd-82f6-75b69b2eecee" providerId="ADAL" clId="{3C2F4305-F0A9-4917-9862-FE8FDE4F6DD5}" dt="2026-02-16T22:19:55.268" v="5915" actId="20577"/>
          <ac:spMkLst>
            <pc:docMk/>
            <pc:sldMk cId="337283674" sldId="395"/>
            <ac:spMk id="4" creationId="{5AF7E0EE-1E63-0BA2-8329-B8597D1654BF}"/>
          </ac:spMkLst>
        </pc:spChg>
        <pc:picChg chg="add mod">
          <ac:chgData name="Ben Kelly" userId="79179b44-934c-4bdd-82f6-75b69b2eecee" providerId="ADAL" clId="{3C2F4305-F0A9-4917-9862-FE8FDE4F6DD5}" dt="2026-02-17T03:22:59.188" v="11299"/>
          <ac:picMkLst>
            <pc:docMk/>
            <pc:sldMk cId="337283674" sldId="395"/>
            <ac:picMk id="6" creationId="{2BF3A3D4-A72D-E4A9-F123-DE6D9743237B}"/>
          </ac:picMkLst>
        </pc:picChg>
      </pc:sldChg>
      <pc:sldChg chg="addSp delSp modSp new mod">
        <pc:chgData name="Ben Kelly" userId="79179b44-934c-4bdd-82f6-75b69b2eecee" providerId="ADAL" clId="{3C2F4305-F0A9-4917-9862-FE8FDE4F6DD5}" dt="2026-02-16T22:24:47.160" v="6072"/>
        <pc:sldMkLst>
          <pc:docMk/>
          <pc:sldMk cId="1922304957" sldId="396"/>
        </pc:sldMkLst>
        <pc:spChg chg="add mod">
          <ac:chgData name="Ben Kelly" userId="79179b44-934c-4bdd-82f6-75b69b2eecee" providerId="ADAL" clId="{3C2F4305-F0A9-4917-9862-FE8FDE4F6DD5}" dt="2026-02-16T22:24:25.868" v="6068"/>
          <ac:spMkLst>
            <pc:docMk/>
            <pc:sldMk cId="1922304957" sldId="396"/>
            <ac:spMk id="5" creationId="{1E6304F1-037F-B222-919B-57D49F5A5600}"/>
          </ac:spMkLst>
        </pc:spChg>
        <pc:spChg chg="add mod">
          <ac:chgData name="Ben Kelly" userId="79179b44-934c-4bdd-82f6-75b69b2eecee" providerId="ADAL" clId="{3C2F4305-F0A9-4917-9862-FE8FDE4F6DD5}" dt="2026-02-16T22:24:37.965" v="6070" actId="1076"/>
          <ac:spMkLst>
            <pc:docMk/>
            <pc:sldMk cId="1922304957" sldId="396"/>
            <ac:spMk id="6" creationId="{5B286673-A823-39CA-6F3E-70F6E5F7FD3D}"/>
          </ac:spMkLst>
        </pc:spChg>
        <pc:picChg chg="add mod">
          <ac:chgData name="Ben Kelly" userId="79179b44-934c-4bdd-82f6-75b69b2eecee" providerId="ADAL" clId="{3C2F4305-F0A9-4917-9862-FE8FDE4F6DD5}" dt="2026-02-16T22:24:47.160" v="6072"/>
          <ac:picMkLst>
            <pc:docMk/>
            <pc:sldMk cId="1922304957" sldId="396"/>
            <ac:picMk id="7" creationId="{C1CB9943-9934-4D3B-A4AE-0B3A897E115A}"/>
          </ac:picMkLst>
        </pc:picChg>
      </pc:sldChg>
      <pc:sldChg chg="addSp delSp modSp new mod ord">
        <pc:chgData name="Ben Kelly" userId="79179b44-934c-4bdd-82f6-75b69b2eecee" providerId="ADAL" clId="{3C2F4305-F0A9-4917-9862-FE8FDE4F6DD5}" dt="2026-02-17T00:06:03.524" v="8220" actId="20577"/>
        <pc:sldMkLst>
          <pc:docMk/>
          <pc:sldMk cId="2210709720" sldId="397"/>
        </pc:sldMkLst>
        <pc:spChg chg="add mod">
          <ac:chgData name="Ben Kelly" userId="79179b44-934c-4bdd-82f6-75b69b2eecee" providerId="ADAL" clId="{3C2F4305-F0A9-4917-9862-FE8FDE4F6DD5}" dt="2026-02-16T22:34:23" v="6857"/>
          <ac:spMkLst>
            <pc:docMk/>
            <pc:sldMk cId="2210709720" sldId="397"/>
            <ac:spMk id="5" creationId="{7A322D95-5852-B3B0-F87B-44088EB5501D}"/>
          </ac:spMkLst>
        </pc:spChg>
        <pc:spChg chg="add mod">
          <ac:chgData name="Ben Kelly" userId="79179b44-934c-4bdd-82f6-75b69b2eecee" providerId="ADAL" clId="{3C2F4305-F0A9-4917-9862-FE8FDE4F6DD5}" dt="2026-02-17T00:06:03.524" v="8220" actId="20577"/>
          <ac:spMkLst>
            <pc:docMk/>
            <pc:sldMk cId="2210709720" sldId="397"/>
            <ac:spMk id="6" creationId="{A2FF646D-71E0-75D5-20B8-8DB86A111ECF}"/>
          </ac:spMkLst>
        </pc:spChg>
        <pc:picChg chg="add mod">
          <ac:chgData name="Ben Kelly" userId="79179b44-934c-4bdd-82f6-75b69b2eecee" providerId="ADAL" clId="{3C2F4305-F0A9-4917-9862-FE8FDE4F6DD5}" dt="2026-02-16T22:34:23" v="6857"/>
          <ac:picMkLst>
            <pc:docMk/>
            <pc:sldMk cId="2210709720" sldId="397"/>
            <ac:picMk id="7" creationId="{24A161A1-94B9-6BF3-E042-7FC503C1F069}"/>
          </ac:picMkLst>
        </pc:picChg>
      </pc:sldChg>
      <pc:sldChg chg="modSp new mod">
        <pc:chgData name="Ben Kelly" userId="79179b44-934c-4bdd-82f6-75b69b2eecee" providerId="ADAL" clId="{3C2F4305-F0A9-4917-9862-FE8FDE4F6DD5}" dt="2026-02-17T01:00:23.068" v="9871" actId="1076"/>
        <pc:sldMkLst>
          <pc:docMk/>
          <pc:sldMk cId="2108338751" sldId="398"/>
        </pc:sldMkLst>
        <pc:spChg chg="mod">
          <ac:chgData name="Ben Kelly" userId="79179b44-934c-4bdd-82f6-75b69b2eecee" providerId="ADAL" clId="{3C2F4305-F0A9-4917-9862-FE8FDE4F6DD5}" dt="2026-02-17T01:00:19.300" v="9870" actId="20577"/>
          <ac:spMkLst>
            <pc:docMk/>
            <pc:sldMk cId="2108338751" sldId="398"/>
            <ac:spMk id="3" creationId="{DFD6F7FC-174B-2BDC-434E-515974149957}"/>
          </ac:spMkLst>
        </pc:spChg>
        <pc:spChg chg="mod">
          <ac:chgData name="Ben Kelly" userId="79179b44-934c-4bdd-82f6-75b69b2eecee" providerId="ADAL" clId="{3C2F4305-F0A9-4917-9862-FE8FDE4F6DD5}" dt="2026-02-17T01:00:23.068" v="9871" actId="1076"/>
          <ac:spMkLst>
            <pc:docMk/>
            <pc:sldMk cId="2108338751" sldId="398"/>
            <ac:spMk id="4" creationId="{D6DB2104-7ADE-8AA3-4A87-87AD5AA98C71}"/>
          </ac:spMkLst>
        </pc:spChg>
      </pc:sldChg>
      <pc:sldChg chg="addSp delSp modSp new mod">
        <pc:chgData name="Ben Kelly" userId="79179b44-934c-4bdd-82f6-75b69b2eecee" providerId="ADAL" clId="{3C2F4305-F0A9-4917-9862-FE8FDE4F6DD5}" dt="2026-02-16T23:17:48.717" v="7927" actId="20577"/>
        <pc:sldMkLst>
          <pc:docMk/>
          <pc:sldMk cId="4062376809" sldId="399"/>
        </pc:sldMkLst>
        <pc:spChg chg="mod">
          <ac:chgData name="Ben Kelly" userId="79179b44-934c-4bdd-82f6-75b69b2eecee" providerId="ADAL" clId="{3C2F4305-F0A9-4917-9862-FE8FDE4F6DD5}" dt="2026-02-16T23:10:29.189" v="7510" actId="20577"/>
          <ac:spMkLst>
            <pc:docMk/>
            <pc:sldMk cId="4062376809" sldId="399"/>
            <ac:spMk id="3" creationId="{6BDC1629-CA89-C89C-B632-8DEABE0A4233}"/>
          </ac:spMkLst>
        </pc:spChg>
        <pc:spChg chg="mod">
          <ac:chgData name="Ben Kelly" userId="79179b44-934c-4bdd-82f6-75b69b2eecee" providerId="ADAL" clId="{3C2F4305-F0A9-4917-9862-FE8FDE4F6DD5}" dt="2026-02-16T23:17:48.717" v="7927" actId="20577"/>
          <ac:spMkLst>
            <pc:docMk/>
            <pc:sldMk cId="4062376809" sldId="399"/>
            <ac:spMk id="4" creationId="{DD12AB4D-812B-BBF5-3F49-438448134A6F}"/>
          </ac:spMkLst>
        </pc:spChg>
      </pc:sldChg>
      <pc:sldChg chg="addSp delSp modSp add mod">
        <pc:chgData name="Ben Kelly" userId="79179b44-934c-4bdd-82f6-75b69b2eecee" providerId="ADAL" clId="{3C2F4305-F0A9-4917-9862-FE8FDE4F6DD5}" dt="2026-02-17T00:12:46.172" v="8317" actId="1076"/>
        <pc:sldMkLst>
          <pc:docMk/>
          <pc:sldMk cId="3121583033" sldId="400"/>
        </pc:sldMkLst>
        <pc:spChg chg="mod">
          <ac:chgData name="Ben Kelly" userId="79179b44-934c-4bdd-82f6-75b69b2eecee" providerId="ADAL" clId="{3C2F4305-F0A9-4917-9862-FE8FDE4F6DD5}" dt="2026-02-17T00:12:36.540" v="8313" actId="20577"/>
          <ac:spMkLst>
            <pc:docMk/>
            <pc:sldMk cId="3121583033" sldId="400"/>
            <ac:spMk id="4" creationId="{717B2F4D-E8BC-C0A1-8039-11268E58201B}"/>
          </ac:spMkLst>
        </pc:spChg>
        <pc:picChg chg="add mod">
          <ac:chgData name="Ben Kelly" userId="79179b44-934c-4bdd-82f6-75b69b2eecee" providerId="ADAL" clId="{3C2F4305-F0A9-4917-9862-FE8FDE4F6DD5}" dt="2026-02-17T00:12:46.172" v="8317" actId="1076"/>
          <ac:picMkLst>
            <pc:docMk/>
            <pc:sldMk cId="3121583033" sldId="400"/>
            <ac:picMk id="6" creationId="{A5CB36E5-B985-8EC6-1DBC-A7BB1E77B613}"/>
          </ac:picMkLst>
        </pc:picChg>
      </pc:sldChg>
      <pc:sldChg chg="modSp new mod ord">
        <pc:chgData name="Ben Kelly" userId="79179b44-934c-4bdd-82f6-75b69b2eecee" providerId="ADAL" clId="{3C2F4305-F0A9-4917-9862-FE8FDE4F6DD5}" dt="2026-02-17T03:16:06.525" v="10491" actId="20577"/>
        <pc:sldMkLst>
          <pc:docMk/>
          <pc:sldMk cId="153463579" sldId="401"/>
        </pc:sldMkLst>
        <pc:spChg chg="mod">
          <ac:chgData name="Ben Kelly" userId="79179b44-934c-4bdd-82f6-75b69b2eecee" providerId="ADAL" clId="{3C2F4305-F0A9-4917-9862-FE8FDE4F6DD5}" dt="2026-02-17T03:01:22.357" v="10141" actId="20577"/>
          <ac:spMkLst>
            <pc:docMk/>
            <pc:sldMk cId="153463579" sldId="401"/>
            <ac:spMk id="3" creationId="{52BAF22B-C14C-2A95-1DF8-2A4FEAECBE34}"/>
          </ac:spMkLst>
        </pc:spChg>
        <pc:spChg chg="mod">
          <ac:chgData name="Ben Kelly" userId="79179b44-934c-4bdd-82f6-75b69b2eecee" providerId="ADAL" clId="{3C2F4305-F0A9-4917-9862-FE8FDE4F6DD5}" dt="2026-02-17T03:16:06.525" v="10491" actId="20577"/>
          <ac:spMkLst>
            <pc:docMk/>
            <pc:sldMk cId="153463579" sldId="401"/>
            <ac:spMk id="4" creationId="{223816E3-5158-A5A5-4082-A3412E17D397}"/>
          </ac:spMkLst>
        </pc:spChg>
      </pc:sldChg>
      <pc:sldChg chg="modSp new mod">
        <pc:chgData name="Ben Kelly" userId="79179b44-934c-4bdd-82f6-75b69b2eecee" providerId="ADAL" clId="{3C2F4305-F0A9-4917-9862-FE8FDE4F6DD5}" dt="2026-02-17T00:43:52.525" v="8790" actId="20577"/>
        <pc:sldMkLst>
          <pc:docMk/>
          <pc:sldMk cId="241968210" sldId="402"/>
        </pc:sldMkLst>
        <pc:spChg chg="mod">
          <ac:chgData name="Ben Kelly" userId="79179b44-934c-4bdd-82f6-75b69b2eecee" providerId="ADAL" clId="{3C2F4305-F0A9-4917-9862-FE8FDE4F6DD5}" dt="2026-02-17T00:23:40.517" v="8654" actId="20577"/>
          <ac:spMkLst>
            <pc:docMk/>
            <pc:sldMk cId="241968210" sldId="402"/>
            <ac:spMk id="3" creationId="{F3C30478-8E3F-8581-38DD-529CCFABD911}"/>
          </ac:spMkLst>
        </pc:spChg>
        <pc:spChg chg="mod">
          <ac:chgData name="Ben Kelly" userId="79179b44-934c-4bdd-82f6-75b69b2eecee" providerId="ADAL" clId="{3C2F4305-F0A9-4917-9862-FE8FDE4F6DD5}" dt="2026-02-17T00:43:52.525" v="8790" actId="20577"/>
          <ac:spMkLst>
            <pc:docMk/>
            <pc:sldMk cId="241968210" sldId="402"/>
            <ac:spMk id="4" creationId="{D69D19D7-EBE0-5847-D227-05CF838F52B0}"/>
          </ac:spMkLst>
        </pc:spChg>
      </pc:sldChg>
      <pc:sldChg chg="addSp delSp modSp add mod">
        <pc:chgData name="Ben Kelly" userId="79179b44-934c-4bdd-82f6-75b69b2eecee" providerId="ADAL" clId="{3C2F4305-F0A9-4917-9862-FE8FDE4F6DD5}" dt="2026-02-17T00:47:34.532" v="8941" actId="1076"/>
        <pc:sldMkLst>
          <pc:docMk/>
          <pc:sldMk cId="1713345654" sldId="403"/>
        </pc:sldMkLst>
        <pc:spChg chg="mod">
          <ac:chgData name="Ben Kelly" userId="79179b44-934c-4bdd-82f6-75b69b2eecee" providerId="ADAL" clId="{3C2F4305-F0A9-4917-9862-FE8FDE4F6DD5}" dt="2026-02-17T00:47:27.846" v="8938" actId="20577"/>
          <ac:spMkLst>
            <pc:docMk/>
            <pc:sldMk cId="1713345654" sldId="403"/>
            <ac:spMk id="4" creationId="{887F9B9A-4837-696D-FE5B-5810F6CE5433}"/>
          </ac:spMkLst>
        </pc:spChg>
        <pc:picChg chg="add mod">
          <ac:chgData name="Ben Kelly" userId="79179b44-934c-4bdd-82f6-75b69b2eecee" providerId="ADAL" clId="{3C2F4305-F0A9-4917-9862-FE8FDE4F6DD5}" dt="2026-02-17T00:47:34.532" v="8941" actId="1076"/>
          <ac:picMkLst>
            <pc:docMk/>
            <pc:sldMk cId="1713345654" sldId="403"/>
            <ac:picMk id="6" creationId="{9AC237DA-70F2-B4D3-41E8-613C57472660}"/>
          </ac:picMkLst>
        </pc:picChg>
      </pc:sldChg>
      <pc:sldChg chg="delSp modSp new mod ord">
        <pc:chgData name="Ben Kelly" userId="79179b44-934c-4bdd-82f6-75b69b2eecee" providerId="ADAL" clId="{3C2F4305-F0A9-4917-9862-FE8FDE4F6DD5}" dt="2026-02-17T02:58:08.829" v="9976" actId="478"/>
        <pc:sldMkLst>
          <pc:docMk/>
          <pc:sldMk cId="3780918240" sldId="404"/>
        </pc:sldMkLst>
        <pc:spChg chg="mod">
          <ac:chgData name="Ben Kelly" userId="79179b44-934c-4bdd-82f6-75b69b2eecee" providerId="ADAL" clId="{3C2F4305-F0A9-4917-9862-FE8FDE4F6DD5}" dt="2026-02-17T00:48:31.710" v="8957" actId="313"/>
          <ac:spMkLst>
            <pc:docMk/>
            <pc:sldMk cId="3780918240" sldId="404"/>
            <ac:spMk id="3" creationId="{451909EA-B86A-AFAF-2BE8-B1A82C53E6EA}"/>
          </ac:spMkLst>
        </pc:spChg>
        <pc:spChg chg="mod">
          <ac:chgData name="Ben Kelly" userId="79179b44-934c-4bdd-82f6-75b69b2eecee" providerId="ADAL" clId="{3C2F4305-F0A9-4917-9862-FE8FDE4F6DD5}" dt="2026-02-17T00:49:54.868" v="9377" actId="20577"/>
          <ac:spMkLst>
            <pc:docMk/>
            <pc:sldMk cId="3780918240" sldId="404"/>
            <ac:spMk id="4" creationId="{A796D704-1B80-417A-33A1-22C9DA1DE33C}"/>
          </ac:spMkLst>
        </pc:spChg>
      </pc:sldChg>
      <pc:sldChg chg="modSp new mod">
        <pc:chgData name="Ben Kelly" userId="79179b44-934c-4bdd-82f6-75b69b2eecee" providerId="ADAL" clId="{3C2F4305-F0A9-4917-9862-FE8FDE4F6DD5}" dt="2026-02-17T02:55:41.175" v="9874" actId="20577"/>
        <pc:sldMkLst>
          <pc:docMk/>
          <pc:sldMk cId="2562389186" sldId="405"/>
        </pc:sldMkLst>
        <pc:spChg chg="mod">
          <ac:chgData name="Ben Kelly" userId="79179b44-934c-4bdd-82f6-75b69b2eecee" providerId="ADAL" clId="{3C2F4305-F0A9-4917-9862-FE8FDE4F6DD5}" dt="2026-02-17T02:55:41.175" v="9874" actId="20577"/>
          <ac:spMkLst>
            <pc:docMk/>
            <pc:sldMk cId="2562389186" sldId="405"/>
            <ac:spMk id="3" creationId="{FA44F290-7609-0DB6-29FA-12CF886F3B3E}"/>
          </ac:spMkLst>
        </pc:spChg>
      </pc:sldChg>
      <pc:sldChg chg="addSp delSp modSp mod">
        <pc:chgData name="Ben Kelly" userId="79179b44-934c-4bdd-82f6-75b69b2eecee" providerId="ADAL" clId="{3C2F4305-F0A9-4917-9862-FE8FDE4F6DD5}" dt="2026-02-17T03:15:39.916" v="10452" actId="20577"/>
        <pc:sldMkLst>
          <pc:docMk/>
          <pc:sldMk cId="3739301436" sldId="406"/>
        </pc:sldMkLst>
        <pc:spChg chg="mod">
          <ac:chgData name="Ben Kelly" userId="79179b44-934c-4bdd-82f6-75b69b2eecee" providerId="ADAL" clId="{3C2F4305-F0A9-4917-9862-FE8FDE4F6DD5}" dt="2026-02-17T02:59:39.980" v="10009" actId="20577"/>
          <ac:spMkLst>
            <pc:docMk/>
            <pc:sldMk cId="3739301436" sldId="406"/>
            <ac:spMk id="3" creationId="{63C59C1E-CE96-B935-5346-EEC50F9DB425}"/>
          </ac:spMkLst>
        </pc:spChg>
        <pc:spChg chg="mod">
          <ac:chgData name="Ben Kelly" userId="79179b44-934c-4bdd-82f6-75b69b2eecee" providerId="ADAL" clId="{3C2F4305-F0A9-4917-9862-FE8FDE4F6DD5}" dt="2026-02-17T03:15:39.916" v="10452" actId="20577"/>
          <ac:spMkLst>
            <pc:docMk/>
            <pc:sldMk cId="3739301436" sldId="406"/>
            <ac:spMk id="4" creationId="{78E36711-0F99-443E-5074-977F98CE55AF}"/>
          </ac:spMkLst>
        </pc:spChg>
        <pc:picChg chg="add mod">
          <ac:chgData name="Ben Kelly" userId="79179b44-934c-4bdd-82f6-75b69b2eecee" providerId="ADAL" clId="{3C2F4305-F0A9-4917-9862-FE8FDE4F6DD5}" dt="2026-02-17T03:14:53.060" v="10403" actId="1076"/>
          <ac:picMkLst>
            <pc:docMk/>
            <pc:sldMk cId="3739301436" sldId="406"/>
            <ac:picMk id="7" creationId="{F885809D-2463-EE4D-91F4-6622BCEC81E3}"/>
          </ac:picMkLst>
        </pc:picChg>
      </pc:sldChg>
      <pc:sldChg chg="modSp mod ord">
        <pc:chgData name="Ben Kelly" userId="79179b44-934c-4bdd-82f6-75b69b2eecee" providerId="ADAL" clId="{3C2F4305-F0A9-4917-9862-FE8FDE4F6DD5}" dt="2026-02-17T03:33:55.519" v="12605" actId="313"/>
        <pc:sldMkLst>
          <pc:docMk/>
          <pc:sldMk cId="954298885" sldId="407"/>
        </pc:sldMkLst>
        <pc:spChg chg="mod">
          <ac:chgData name="Ben Kelly" userId="79179b44-934c-4bdd-82f6-75b69b2eecee" providerId="ADAL" clId="{3C2F4305-F0A9-4917-9862-FE8FDE4F6DD5}" dt="2026-02-17T03:30:11.876" v="12095" actId="20577"/>
          <ac:spMkLst>
            <pc:docMk/>
            <pc:sldMk cId="954298885" sldId="407"/>
            <ac:spMk id="3" creationId="{6CD53062-3BF1-0893-B6D8-45628A5D10F6}"/>
          </ac:spMkLst>
        </pc:spChg>
        <pc:spChg chg="mod">
          <ac:chgData name="Ben Kelly" userId="79179b44-934c-4bdd-82f6-75b69b2eecee" providerId="ADAL" clId="{3C2F4305-F0A9-4917-9862-FE8FDE4F6DD5}" dt="2026-02-17T03:33:55.519" v="12605" actId="313"/>
          <ac:spMkLst>
            <pc:docMk/>
            <pc:sldMk cId="954298885" sldId="407"/>
            <ac:spMk id="4" creationId="{7742C1A9-9C47-DEE2-1002-D79021439381}"/>
          </ac:spMkLst>
        </pc:spChg>
      </pc:sldChg>
      <pc:sldChg chg="modSp add mod">
        <pc:chgData name="Ben Kelly" userId="79179b44-934c-4bdd-82f6-75b69b2eecee" providerId="ADAL" clId="{3C2F4305-F0A9-4917-9862-FE8FDE4F6DD5}" dt="2026-02-17T03:15:30.404" v="10444" actId="1076"/>
        <pc:sldMkLst>
          <pc:docMk/>
          <pc:sldMk cId="2887603199" sldId="408"/>
        </pc:sldMkLst>
        <pc:spChg chg="mod">
          <ac:chgData name="Ben Kelly" userId="79179b44-934c-4bdd-82f6-75b69b2eecee" providerId="ADAL" clId="{3C2F4305-F0A9-4917-9862-FE8FDE4F6DD5}" dt="2026-02-17T03:15:21.396" v="10430" actId="20577"/>
          <ac:spMkLst>
            <pc:docMk/>
            <pc:sldMk cId="2887603199" sldId="408"/>
            <ac:spMk id="3" creationId="{FD67A872-647C-06E5-BFC1-9EA80C68469D}"/>
          </ac:spMkLst>
        </pc:spChg>
        <pc:spChg chg="mod">
          <ac:chgData name="Ben Kelly" userId="79179b44-934c-4bdd-82f6-75b69b2eecee" providerId="ADAL" clId="{3C2F4305-F0A9-4917-9862-FE8FDE4F6DD5}" dt="2026-02-17T03:15:28.453" v="10443" actId="20577"/>
          <ac:spMkLst>
            <pc:docMk/>
            <pc:sldMk cId="2887603199" sldId="408"/>
            <ac:spMk id="4" creationId="{129A4A3D-7E0F-3943-BB08-3D89B0420582}"/>
          </ac:spMkLst>
        </pc:spChg>
        <pc:picChg chg="mod">
          <ac:chgData name="Ben Kelly" userId="79179b44-934c-4bdd-82f6-75b69b2eecee" providerId="ADAL" clId="{3C2F4305-F0A9-4917-9862-FE8FDE4F6DD5}" dt="2026-02-17T03:15:30.404" v="10444" actId="1076"/>
          <ac:picMkLst>
            <pc:docMk/>
            <pc:sldMk cId="2887603199" sldId="408"/>
            <ac:picMk id="6" creationId="{FFF6CEE0-1E28-5F44-F753-2D52C1B3E72F}"/>
          </ac:picMkLst>
        </pc:picChg>
      </pc:sldChg>
      <pc:sldChg chg="modSp new mod">
        <pc:chgData name="Ben Kelly" userId="79179b44-934c-4bdd-82f6-75b69b2eecee" providerId="ADAL" clId="{3C2F4305-F0A9-4917-9862-FE8FDE4F6DD5}" dt="2026-02-17T03:21:47.286" v="11294" actId="20577"/>
        <pc:sldMkLst>
          <pc:docMk/>
          <pc:sldMk cId="143098994" sldId="409"/>
        </pc:sldMkLst>
        <pc:spChg chg="mod">
          <ac:chgData name="Ben Kelly" userId="79179b44-934c-4bdd-82f6-75b69b2eecee" providerId="ADAL" clId="{3C2F4305-F0A9-4917-9862-FE8FDE4F6DD5}" dt="2026-02-17T03:17:45.004" v="10533" actId="20577"/>
          <ac:spMkLst>
            <pc:docMk/>
            <pc:sldMk cId="143098994" sldId="409"/>
            <ac:spMk id="3" creationId="{EE0F6FF4-32A4-F873-B43A-D54231D52418}"/>
          </ac:spMkLst>
        </pc:spChg>
        <pc:spChg chg="mod">
          <ac:chgData name="Ben Kelly" userId="79179b44-934c-4bdd-82f6-75b69b2eecee" providerId="ADAL" clId="{3C2F4305-F0A9-4917-9862-FE8FDE4F6DD5}" dt="2026-02-17T03:21:47.286" v="11294" actId="20577"/>
          <ac:spMkLst>
            <pc:docMk/>
            <pc:sldMk cId="143098994" sldId="409"/>
            <ac:spMk id="4" creationId="{40869564-6270-B6D0-CAC3-D4C3A88AF01E}"/>
          </ac:spMkLst>
        </pc:spChg>
      </pc:sldChg>
      <pc:sldChg chg="modSp new mod">
        <pc:chgData name="Ben Kelly" userId="79179b44-934c-4bdd-82f6-75b69b2eecee" providerId="ADAL" clId="{3C2F4305-F0A9-4917-9862-FE8FDE4F6DD5}" dt="2026-02-17T03:28:58.500" v="11970" actId="20577"/>
        <pc:sldMkLst>
          <pc:docMk/>
          <pc:sldMk cId="2768707803" sldId="410"/>
        </pc:sldMkLst>
        <pc:spChg chg="mod">
          <ac:chgData name="Ben Kelly" userId="79179b44-934c-4bdd-82f6-75b69b2eecee" providerId="ADAL" clId="{3C2F4305-F0A9-4917-9862-FE8FDE4F6DD5}" dt="2026-02-17T03:23:26.668" v="11318" actId="20577"/>
          <ac:spMkLst>
            <pc:docMk/>
            <pc:sldMk cId="2768707803" sldId="410"/>
            <ac:spMk id="3" creationId="{8172BB52-0F94-C3AF-C72D-E45C68AF0B58}"/>
          </ac:spMkLst>
        </pc:spChg>
        <pc:spChg chg="mod">
          <ac:chgData name="Ben Kelly" userId="79179b44-934c-4bdd-82f6-75b69b2eecee" providerId="ADAL" clId="{3C2F4305-F0A9-4917-9862-FE8FDE4F6DD5}" dt="2026-02-17T03:28:58.500" v="11970" actId="20577"/>
          <ac:spMkLst>
            <pc:docMk/>
            <pc:sldMk cId="2768707803" sldId="410"/>
            <ac:spMk id="4" creationId="{EC022841-69F8-D82A-00C1-B08CEBAB17DE}"/>
          </ac:spMkLst>
        </pc:spChg>
      </pc:sldChg>
    </pc:docChg>
  </pc:docChgLst>
  <pc:docChgLst>
    <pc:chgData name="Ben Kelly" userId="79179b44-934c-4bdd-82f6-75b69b2eecee" providerId="ADAL" clId="{1DC2C20F-7252-4D78-89A7-C42966CCCD08}"/>
    <pc:docChg chg="modSld">
      <pc:chgData name="Ben Kelly" userId="79179b44-934c-4bdd-82f6-75b69b2eecee" providerId="ADAL" clId="{1DC2C20F-7252-4D78-89A7-C42966CCCD08}" dt="2026-02-23T03:19:34.002" v="90" actId="20577"/>
      <pc:docMkLst>
        <pc:docMk/>
      </pc:docMkLst>
      <pc:sldChg chg="modSp mod">
        <pc:chgData name="Ben Kelly" userId="79179b44-934c-4bdd-82f6-75b69b2eecee" providerId="ADAL" clId="{1DC2C20F-7252-4D78-89A7-C42966CCCD08}" dt="2026-02-23T03:15:03.016" v="13" actId="20577"/>
        <pc:sldMkLst>
          <pc:docMk/>
          <pc:sldMk cId="3485535442" sldId="352"/>
        </pc:sldMkLst>
        <pc:spChg chg="mod">
          <ac:chgData name="Ben Kelly" userId="79179b44-934c-4bdd-82f6-75b69b2eecee" providerId="ADAL" clId="{1DC2C20F-7252-4D78-89A7-C42966CCCD08}" dt="2026-02-23T03:15:03.016" v="13" actId="20577"/>
          <ac:spMkLst>
            <pc:docMk/>
            <pc:sldMk cId="3485535442" sldId="352"/>
            <ac:spMk id="8" creationId="{DEC0E1BD-7849-F375-4DEA-618FC22075E8}"/>
          </ac:spMkLst>
        </pc:spChg>
      </pc:sldChg>
      <pc:sldChg chg="modSp mod">
        <pc:chgData name="Ben Kelly" userId="79179b44-934c-4bdd-82f6-75b69b2eecee" providerId="ADAL" clId="{1DC2C20F-7252-4D78-89A7-C42966CCCD08}" dt="2026-02-23T03:16:06.377" v="15" actId="20577"/>
        <pc:sldMkLst>
          <pc:docMk/>
          <pc:sldMk cId="2108338751" sldId="398"/>
        </pc:sldMkLst>
        <pc:spChg chg="mod">
          <ac:chgData name="Ben Kelly" userId="79179b44-934c-4bdd-82f6-75b69b2eecee" providerId="ADAL" clId="{1DC2C20F-7252-4D78-89A7-C42966CCCD08}" dt="2026-02-23T03:16:06.377" v="15" actId="20577"/>
          <ac:spMkLst>
            <pc:docMk/>
            <pc:sldMk cId="2108338751" sldId="398"/>
            <ac:spMk id="4" creationId="{D6DB2104-7ADE-8AA3-4A87-87AD5AA98C71}"/>
          </ac:spMkLst>
        </pc:spChg>
      </pc:sldChg>
      <pc:sldChg chg="modSp mod">
        <pc:chgData name="Ben Kelly" userId="79179b44-934c-4bdd-82f6-75b69b2eecee" providerId="ADAL" clId="{1DC2C20F-7252-4D78-89A7-C42966CCCD08}" dt="2026-02-23T03:19:34.002" v="90" actId="20577"/>
        <pc:sldMkLst>
          <pc:docMk/>
          <pc:sldMk cId="153463579" sldId="401"/>
        </pc:sldMkLst>
        <pc:spChg chg="mod">
          <ac:chgData name="Ben Kelly" userId="79179b44-934c-4bdd-82f6-75b69b2eecee" providerId="ADAL" clId="{1DC2C20F-7252-4D78-89A7-C42966CCCD08}" dt="2026-02-23T03:19:34.002" v="90" actId="20577"/>
          <ac:spMkLst>
            <pc:docMk/>
            <pc:sldMk cId="153463579" sldId="401"/>
            <ac:spMk id="4" creationId="{223816E3-5158-A5A5-4082-A3412E17D397}"/>
          </ac:spMkLst>
        </pc:spChg>
      </pc:sldChg>
      <pc:sldChg chg="modNotesTx">
        <pc:chgData name="Ben Kelly" userId="79179b44-934c-4bdd-82f6-75b69b2eecee" providerId="ADAL" clId="{1DC2C20F-7252-4D78-89A7-C42966CCCD08}" dt="2026-02-23T03:16:35.130" v="30" actId="20577"/>
        <pc:sldMkLst>
          <pc:docMk/>
          <pc:sldMk cId="3780918240" sldId="404"/>
        </pc:sldMkLst>
      </pc:sldChg>
    </pc:docChg>
  </pc:docChgLst>
  <pc:docChgLst>
    <pc:chgData name="Sophia Jaeger" userId="cd671728-153b-43d2-8153-a89315e48cfc" providerId="ADAL" clId="{9317A1B6-FBEB-4118-93FD-03EF7FE0C42D}"/>
    <pc:docChg chg="undo redo custSel addSld delSld modSld sldOrd modMainMaster addSection delSection modSection">
      <pc:chgData name="Sophia Jaeger" userId="cd671728-153b-43d2-8153-a89315e48cfc" providerId="ADAL" clId="{9317A1B6-FBEB-4118-93FD-03EF7FE0C42D}" dt="2026-02-19T23:28:41.768" v="20680" actId="20577"/>
      <pc:docMkLst>
        <pc:docMk/>
      </pc:docMkLst>
      <pc:sldChg chg="addSp delSp modSp new mod modClrScheme modShow chgLayout">
        <pc:chgData name="Sophia Jaeger" userId="cd671728-153b-43d2-8153-a89315e48cfc" providerId="ADAL" clId="{9317A1B6-FBEB-4118-93FD-03EF7FE0C42D}" dt="2026-02-16T00:46:39.726" v="20519" actId="478"/>
        <pc:sldMkLst>
          <pc:docMk/>
          <pc:sldMk cId="543766611" sldId="309"/>
        </pc:sldMkLst>
        <pc:spChg chg="mod ord">
          <ac:chgData name="Sophia Jaeger" userId="cd671728-153b-43d2-8153-a89315e48cfc" providerId="ADAL" clId="{9317A1B6-FBEB-4118-93FD-03EF7FE0C42D}" dt="2026-02-16T00:46:28.613" v="20514" actId="700"/>
          <ac:spMkLst>
            <pc:docMk/>
            <pc:sldMk cId="543766611" sldId="309"/>
            <ac:spMk id="2" creationId="{7BC60519-3D20-551C-1134-EBEDA4528689}"/>
          </ac:spMkLst>
        </pc:spChg>
        <pc:spChg chg="add del mod">
          <ac:chgData name="Sophia Jaeger" userId="cd671728-153b-43d2-8153-a89315e48cfc" providerId="ADAL" clId="{9317A1B6-FBEB-4118-93FD-03EF7FE0C42D}" dt="2026-02-16T00:46:37.944" v="20518" actId="478"/>
          <ac:spMkLst>
            <pc:docMk/>
            <pc:sldMk cId="543766611" sldId="309"/>
            <ac:spMk id="4" creationId="{27E6A66C-BE03-3BC4-9044-0644AE40DD33}"/>
          </ac:spMkLst>
        </pc:spChg>
        <pc:spChg chg="add mod ord">
          <ac:chgData name="Sophia Jaeger" userId="cd671728-153b-43d2-8153-a89315e48cfc" providerId="ADAL" clId="{9317A1B6-FBEB-4118-93FD-03EF7FE0C42D}" dt="2026-02-16T00:46:28.613" v="20514" actId="700"/>
          <ac:spMkLst>
            <pc:docMk/>
            <pc:sldMk cId="543766611" sldId="309"/>
            <ac:spMk id="6" creationId="{4DA2A84D-8DF5-F27D-7826-C68281A8840C}"/>
          </ac:spMkLst>
        </pc:spChg>
      </pc:sldChg>
      <pc:sldChg chg="addSp delSp modSp new add del mod modShow">
        <pc:chgData name="Sophia Jaeger" userId="cd671728-153b-43d2-8153-a89315e48cfc" providerId="ADAL" clId="{9317A1B6-FBEB-4118-93FD-03EF7FE0C42D}" dt="2026-02-13T03:43:11.764" v="20456" actId="404"/>
        <pc:sldMkLst>
          <pc:docMk/>
          <pc:sldMk cId="2790588895" sldId="351"/>
        </pc:sldMkLst>
        <pc:spChg chg="add mod">
          <ac:chgData name="Sophia Jaeger" userId="cd671728-153b-43d2-8153-a89315e48cfc" providerId="ADAL" clId="{9317A1B6-FBEB-4118-93FD-03EF7FE0C42D}" dt="2026-02-09T01:16:09.935" v="17626"/>
          <ac:spMkLst>
            <pc:docMk/>
            <pc:sldMk cId="2790588895" sldId="351"/>
            <ac:spMk id="5" creationId="{D789FFFD-EF36-330F-4125-4379F745FF83}"/>
          </ac:spMkLst>
        </pc:spChg>
        <pc:spChg chg="add mod">
          <ac:chgData name="Sophia Jaeger" userId="cd671728-153b-43d2-8153-a89315e48cfc" providerId="ADAL" clId="{9317A1B6-FBEB-4118-93FD-03EF7FE0C42D}" dt="2026-02-13T03:43:11.764" v="20456" actId="404"/>
          <ac:spMkLst>
            <pc:docMk/>
            <pc:sldMk cId="2790588895" sldId="351"/>
            <ac:spMk id="6" creationId="{73E62CC9-1B28-18A7-CC52-50EB57FDE7EA}"/>
          </ac:spMkLst>
        </pc:spChg>
      </pc:sldChg>
      <pc:sldChg chg="addSp delSp modSp new add del mod modShow">
        <pc:chgData name="Sophia Jaeger" userId="cd671728-153b-43d2-8153-a89315e48cfc" providerId="ADAL" clId="{9317A1B6-FBEB-4118-93FD-03EF7FE0C42D}" dt="2026-02-19T23:28:41.768" v="20680" actId="20577"/>
        <pc:sldMkLst>
          <pc:docMk/>
          <pc:sldMk cId="3485535442" sldId="352"/>
        </pc:sldMkLst>
        <pc:spChg chg="add mod">
          <ac:chgData name="Sophia Jaeger" userId="cd671728-153b-43d2-8153-a89315e48cfc" providerId="ADAL" clId="{9317A1B6-FBEB-4118-93FD-03EF7FE0C42D}" dt="2026-02-09T01:23:17.954" v="17751"/>
          <ac:spMkLst>
            <pc:docMk/>
            <pc:sldMk cId="3485535442" sldId="352"/>
            <ac:spMk id="7" creationId="{1123B11A-1646-BCAB-265A-0C82AA3D20CD}"/>
          </ac:spMkLst>
        </pc:spChg>
        <pc:spChg chg="add mod">
          <ac:chgData name="Sophia Jaeger" userId="cd671728-153b-43d2-8153-a89315e48cfc" providerId="ADAL" clId="{9317A1B6-FBEB-4118-93FD-03EF7FE0C42D}" dt="2026-02-19T23:28:41.768" v="20680" actId="20577"/>
          <ac:spMkLst>
            <pc:docMk/>
            <pc:sldMk cId="3485535442" sldId="352"/>
            <ac:spMk id="8" creationId="{DEC0E1BD-7849-F375-4DEA-618FC22075E8}"/>
          </ac:spMkLst>
        </pc:spChg>
      </pc:sldChg>
      <pc:sldChg chg="addSp delSp modSp new add del mod modShow">
        <pc:chgData name="Sophia Jaeger" userId="cd671728-153b-43d2-8153-a89315e48cfc" providerId="ADAL" clId="{9317A1B6-FBEB-4118-93FD-03EF7FE0C42D}" dt="2026-02-18T06:15:53.230" v="20573" actId="14100"/>
        <pc:sldMkLst>
          <pc:docMk/>
          <pc:sldMk cId="725145585" sldId="353"/>
        </pc:sldMkLst>
        <pc:spChg chg="add mod">
          <ac:chgData name="Sophia Jaeger" userId="cd671728-153b-43d2-8153-a89315e48cfc" providerId="ADAL" clId="{9317A1B6-FBEB-4118-93FD-03EF7FE0C42D}" dt="2026-02-09T01:23:48.879" v="17755"/>
          <ac:spMkLst>
            <pc:docMk/>
            <pc:sldMk cId="725145585" sldId="353"/>
            <ac:spMk id="5" creationId="{6AF99E4E-0D5C-04CA-C40F-53FE2D2BC65A}"/>
          </ac:spMkLst>
        </pc:spChg>
        <pc:spChg chg="add mod">
          <ac:chgData name="Sophia Jaeger" userId="cd671728-153b-43d2-8153-a89315e48cfc" providerId="ADAL" clId="{9317A1B6-FBEB-4118-93FD-03EF7FE0C42D}" dt="2026-02-18T06:15:53.230" v="20573" actId="14100"/>
          <ac:spMkLst>
            <pc:docMk/>
            <pc:sldMk cId="725145585" sldId="353"/>
            <ac:spMk id="6" creationId="{4518DE7A-DC54-DA4B-6DE9-467E1F3F284F}"/>
          </ac:spMkLst>
        </pc:spChg>
      </pc:sldChg>
      <pc:sldChg chg="modSp new mod">
        <pc:chgData name="Sophia Jaeger" userId="cd671728-153b-43d2-8153-a89315e48cfc" providerId="ADAL" clId="{9317A1B6-FBEB-4118-93FD-03EF7FE0C42D}" dt="2026-02-09T01:39:00.354" v="17965" actId="20577"/>
        <pc:sldMkLst>
          <pc:docMk/>
          <pc:sldMk cId="2852150750" sldId="355"/>
        </pc:sldMkLst>
        <pc:spChg chg="mod">
          <ac:chgData name="Sophia Jaeger" userId="cd671728-153b-43d2-8153-a89315e48cfc" providerId="ADAL" clId="{9317A1B6-FBEB-4118-93FD-03EF7FE0C42D}" dt="2026-02-09T01:39:00.354" v="17965" actId="20577"/>
          <ac:spMkLst>
            <pc:docMk/>
            <pc:sldMk cId="2852150750" sldId="355"/>
            <ac:spMk id="3" creationId="{B718FE30-23A8-AFDD-958C-2AFAA59B5734}"/>
          </ac:spMkLst>
        </pc:spChg>
      </pc:sldChg>
      <pc:sldChg chg="modSp new mod">
        <pc:chgData name="Sophia Jaeger" userId="cd671728-153b-43d2-8153-a89315e48cfc" providerId="ADAL" clId="{9317A1B6-FBEB-4118-93FD-03EF7FE0C42D}" dt="2026-02-16T00:46:14.064" v="20513" actId="13926"/>
        <pc:sldMkLst>
          <pc:docMk/>
          <pc:sldMk cId="1680331620" sldId="359"/>
        </pc:sldMkLst>
        <pc:spChg chg="mod">
          <ac:chgData name="Sophia Jaeger" userId="cd671728-153b-43d2-8153-a89315e48cfc" providerId="ADAL" clId="{9317A1B6-FBEB-4118-93FD-03EF7FE0C42D}" dt="2026-02-09T02:50:01.572" v="18732" actId="20577"/>
          <ac:spMkLst>
            <pc:docMk/>
            <pc:sldMk cId="1680331620" sldId="359"/>
            <ac:spMk id="3" creationId="{9007315D-FBC3-890A-E2BB-3A777825064F}"/>
          </ac:spMkLst>
        </pc:spChg>
        <pc:spChg chg="mod">
          <ac:chgData name="Sophia Jaeger" userId="cd671728-153b-43d2-8153-a89315e48cfc" providerId="ADAL" clId="{9317A1B6-FBEB-4118-93FD-03EF7FE0C42D}" dt="2026-02-16T00:46:14.064" v="20513" actId="13926"/>
          <ac:spMkLst>
            <pc:docMk/>
            <pc:sldMk cId="1680331620" sldId="359"/>
            <ac:spMk id="4" creationId="{A0C3465F-4FAE-FE4B-8079-80D9DA6E379E}"/>
          </ac:spMkLst>
        </pc:spChg>
      </pc:sldChg>
      <pc:sldChg chg="addSp delSp modSp new mod">
        <pc:chgData name="Sophia Jaeger" userId="cd671728-153b-43d2-8153-a89315e48cfc" providerId="ADAL" clId="{9317A1B6-FBEB-4118-93FD-03EF7FE0C42D}" dt="2026-02-18T01:13:16.197" v="20533" actId="948"/>
        <pc:sldMkLst>
          <pc:docMk/>
          <pc:sldMk cId="2356334735" sldId="370"/>
        </pc:sldMkLst>
        <pc:spChg chg="mod">
          <ac:chgData name="Sophia Jaeger" userId="cd671728-153b-43d2-8153-a89315e48cfc" providerId="ADAL" clId="{9317A1B6-FBEB-4118-93FD-03EF7FE0C42D}" dt="2026-02-18T01:13:16.197" v="20533" actId="948"/>
          <ac:spMkLst>
            <pc:docMk/>
            <pc:sldMk cId="2356334735" sldId="370"/>
            <ac:spMk id="2" creationId="{A852D177-142C-0C9B-4881-DF64553799E3}"/>
          </ac:spMkLst>
        </pc:spChg>
        <pc:spChg chg="del mod">
          <ac:chgData name="Sophia Jaeger" userId="cd671728-153b-43d2-8153-a89315e48cfc" providerId="ADAL" clId="{9317A1B6-FBEB-4118-93FD-03EF7FE0C42D}" dt="2026-02-18T01:13:01.131" v="20529" actId="478"/>
          <ac:spMkLst>
            <pc:docMk/>
            <pc:sldMk cId="2356334735" sldId="370"/>
            <ac:spMk id="3" creationId="{2BCB7805-8FCD-E89F-4529-B295A6941F6F}"/>
          </ac:spMkLst>
        </pc:spChg>
        <pc:spChg chg="add del mod">
          <ac:chgData name="Sophia Jaeger" userId="cd671728-153b-43d2-8153-a89315e48cfc" providerId="ADAL" clId="{9317A1B6-FBEB-4118-93FD-03EF7FE0C42D}" dt="2026-02-18T01:13:03.522" v="20530" actId="478"/>
          <ac:spMkLst>
            <pc:docMk/>
            <pc:sldMk cId="2356334735" sldId="370"/>
            <ac:spMk id="5" creationId="{2F52ECB1-D21D-3ED8-D5F6-110EB9598158}"/>
          </ac:spMkLst>
        </pc:spChg>
      </pc:sldChg>
      <pc:sldChg chg="modSp new mod">
        <pc:chgData name="Sophia Jaeger" userId="cd671728-153b-43d2-8153-a89315e48cfc" providerId="ADAL" clId="{9317A1B6-FBEB-4118-93FD-03EF7FE0C42D}" dt="2026-02-13T03:45:11.808" v="20486" actId="20577"/>
        <pc:sldMkLst>
          <pc:docMk/>
          <pc:sldMk cId="923499938" sldId="371"/>
        </pc:sldMkLst>
        <pc:spChg chg="mod">
          <ac:chgData name="Sophia Jaeger" userId="cd671728-153b-43d2-8153-a89315e48cfc" providerId="ADAL" clId="{9317A1B6-FBEB-4118-93FD-03EF7FE0C42D}" dt="2026-02-13T03:45:11.808" v="20486" actId="20577"/>
          <ac:spMkLst>
            <pc:docMk/>
            <pc:sldMk cId="923499938" sldId="371"/>
            <ac:spMk id="3" creationId="{FAEE4E71-5876-A2C4-FD26-CE548216836A}"/>
          </ac:spMkLst>
        </pc:spChg>
      </pc:sldChg>
      <pc:sldChg chg="del">
        <pc:chgData name="Sophia Jaeger" userId="cd671728-153b-43d2-8153-a89315e48cfc" providerId="ADAL" clId="{9317A1B6-FBEB-4118-93FD-03EF7FE0C42D}" dt="2026-02-18T06:16:20.280" v="20574" actId="47"/>
        <pc:sldMkLst>
          <pc:docMk/>
          <pc:sldMk cId="2458741301" sldId="382"/>
        </pc:sldMkLst>
      </pc:sldChg>
      <pc:sldChg chg="addSp modSp mod">
        <pc:chgData name="Sophia Jaeger" userId="cd671728-153b-43d2-8153-a89315e48cfc" providerId="ADAL" clId="{9317A1B6-FBEB-4118-93FD-03EF7FE0C42D}" dt="2026-02-18T06:17:28.476" v="20591"/>
        <pc:sldMkLst>
          <pc:docMk/>
          <pc:sldMk cId="3074002191" sldId="388"/>
        </pc:sldMkLst>
        <pc:spChg chg="add mod ord">
          <ac:chgData name="Sophia Jaeger" userId="cd671728-153b-43d2-8153-a89315e48cfc" providerId="ADAL" clId="{9317A1B6-FBEB-4118-93FD-03EF7FE0C42D}" dt="2026-02-18T06:17:19.664" v="20589" actId="164"/>
          <ac:spMkLst>
            <pc:docMk/>
            <pc:sldMk cId="3074002191" sldId="388"/>
            <ac:spMk id="5" creationId="{732BF863-FFD8-EFB6-28D7-BF7694850CC6}"/>
          </ac:spMkLst>
        </pc:spChg>
        <pc:grpChg chg="add mod">
          <ac:chgData name="Sophia Jaeger" userId="cd671728-153b-43d2-8153-a89315e48cfc" providerId="ADAL" clId="{9317A1B6-FBEB-4118-93FD-03EF7FE0C42D}" dt="2026-02-18T06:17:19.664" v="20589" actId="164"/>
          <ac:grpSpMkLst>
            <pc:docMk/>
            <pc:sldMk cId="3074002191" sldId="388"/>
            <ac:grpSpMk id="6" creationId="{392734AA-957F-968F-6363-EBF9762A4D7F}"/>
          </ac:grpSpMkLst>
        </pc:grpChg>
        <pc:picChg chg="mod">
          <ac:chgData name="Sophia Jaeger" userId="cd671728-153b-43d2-8153-a89315e48cfc" providerId="ADAL" clId="{9317A1B6-FBEB-4118-93FD-03EF7FE0C42D}" dt="2026-02-18T06:17:28.476" v="20591"/>
          <ac:picMkLst>
            <pc:docMk/>
            <pc:sldMk cId="3074002191" sldId="388"/>
            <ac:picMk id="8" creationId="{07907734-C6B7-9902-C88B-49A42D30C9EC}"/>
          </ac:picMkLst>
        </pc:picChg>
      </pc:sldChg>
      <pc:sldChg chg="modSp mod">
        <pc:chgData name="Sophia Jaeger" userId="cd671728-153b-43d2-8153-a89315e48cfc" providerId="ADAL" clId="{9317A1B6-FBEB-4118-93FD-03EF7FE0C42D}" dt="2026-02-18T01:50:00.629" v="20556" actId="20577"/>
        <pc:sldMkLst>
          <pc:docMk/>
          <pc:sldMk cId="2210709720" sldId="397"/>
        </pc:sldMkLst>
        <pc:spChg chg="mod">
          <ac:chgData name="Sophia Jaeger" userId="cd671728-153b-43d2-8153-a89315e48cfc" providerId="ADAL" clId="{9317A1B6-FBEB-4118-93FD-03EF7FE0C42D}" dt="2026-02-18T01:50:00.629" v="20556" actId="20577"/>
          <ac:spMkLst>
            <pc:docMk/>
            <pc:sldMk cId="2210709720" sldId="397"/>
            <ac:spMk id="6" creationId="{A2FF646D-71E0-75D5-20B8-8DB86A111ECF}"/>
          </ac:spMkLst>
        </pc:spChg>
      </pc:sldChg>
      <pc:sldChg chg="add modNotesTx">
        <pc:chgData name="Sophia Jaeger" userId="cd671728-153b-43d2-8153-a89315e48cfc" providerId="ADAL" clId="{9317A1B6-FBEB-4118-93FD-03EF7FE0C42D}" dt="2026-02-18T01:13:34.859" v="20535" actId="20577"/>
        <pc:sldMkLst>
          <pc:docMk/>
          <pc:sldMk cId="2212003036" sldId="423"/>
        </pc:sldMkLst>
      </pc:sldChg>
      <pc:sldMasterChg chg="addSldLayout delSldLayout modSldLayout sldLayoutOrd">
        <pc:chgData name="Sophia Jaeger" userId="cd671728-153b-43d2-8153-a89315e48cfc" providerId="ADAL" clId="{9317A1B6-FBEB-4118-93FD-03EF7FE0C42D}" dt="2026-02-13T03:39:11.552" v="20453" actId="2711"/>
        <pc:sldMasterMkLst>
          <pc:docMk/>
          <pc:sldMasterMk cId="0" sldId="2147483648"/>
        </pc:sldMasterMkLst>
        <pc:sldLayoutChg chg="addSp delSp modSp add mod modTransition">
          <pc:chgData name="Sophia Jaeger" userId="cd671728-153b-43d2-8153-a89315e48cfc" providerId="ADAL" clId="{9317A1B6-FBEB-4118-93FD-03EF7FE0C42D}" dt="2026-02-13T03:39:05.562" v="20452" actId="2711"/>
          <pc:sldLayoutMkLst>
            <pc:docMk/>
            <pc:sldMasterMk cId="0" sldId="2147483648"/>
            <pc:sldLayoutMk cId="2141331247" sldId="2147483660"/>
          </pc:sldLayoutMkLst>
          <pc:spChg chg="add mod ord">
            <ac:chgData name="Sophia Jaeger" userId="cd671728-153b-43d2-8153-a89315e48cfc" providerId="ADAL" clId="{9317A1B6-FBEB-4118-93FD-03EF7FE0C42D}" dt="2026-02-04T00:55:05.197" v="149" actId="166"/>
            <ac:spMkLst>
              <pc:docMk/>
              <pc:sldMasterMk cId="0" sldId="2147483648"/>
              <pc:sldLayoutMk cId="2141331247" sldId="2147483660"/>
              <ac:spMk id="15" creationId="{D4EEF2F4-F265-5776-B0FA-4273352353B8}"/>
            </ac:spMkLst>
          </pc:spChg>
          <pc:spChg chg="add mod">
            <ac:chgData name="Sophia Jaeger" userId="cd671728-153b-43d2-8153-a89315e48cfc" providerId="ADAL" clId="{9317A1B6-FBEB-4118-93FD-03EF7FE0C42D}" dt="2026-02-04T00:44:02.241" v="68" actId="403"/>
            <ac:spMkLst>
              <pc:docMk/>
              <pc:sldMasterMk cId="0" sldId="2147483648"/>
              <pc:sldLayoutMk cId="2141331247" sldId="2147483660"/>
              <ac:spMk id="16" creationId="{C90C31D1-3273-8445-7D75-66C63F7B2D87}"/>
            </ac:spMkLst>
          </pc:spChg>
          <pc:spChg chg="add del mod">
            <ac:chgData name="Sophia Jaeger" userId="cd671728-153b-43d2-8153-a89315e48cfc" providerId="ADAL" clId="{9317A1B6-FBEB-4118-93FD-03EF7FE0C42D}" dt="2026-02-09T01:29:05.729" v="17817" actId="948"/>
            <ac:spMkLst>
              <pc:docMk/>
              <pc:sldMasterMk cId="0" sldId="2147483648"/>
              <pc:sldLayoutMk cId="2141331247" sldId="2147483660"/>
              <ac:spMk id="19" creationId="{CB6885BD-C1F1-475F-3121-CB4E0EB036B1}"/>
            </ac:spMkLst>
          </pc:spChg>
          <pc:spChg chg="add mod">
            <ac:chgData name="Sophia Jaeger" userId="cd671728-153b-43d2-8153-a89315e48cfc" providerId="ADAL" clId="{9317A1B6-FBEB-4118-93FD-03EF7FE0C42D}" dt="2026-02-13T03:39:05.562" v="20452" actId="2711"/>
            <ac:spMkLst>
              <pc:docMk/>
              <pc:sldMasterMk cId="0" sldId="2147483648"/>
              <pc:sldLayoutMk cId="2141331247" sldId="2147483660"/>
              <ac:spMk id="22" creationId="{2F955B45-F53B-0441-FD52-A63954BCA84F}"/>
            </ac:spMkLst>
          </pc:spChg>
          <pc:picChg chg="add mod modCrop">
            <ac:chgData name="Sophia Jaeger" userId="cd671728-153b-43d2-8153-a89315e48cfc" providerId="ADAL" clId="{9317A1B6-FBEB-4118-93FD-03EF7FE0C42D}" dt="2026-02-04T00:44:27.380" v="71" actId="1076"/>
            <ac:picMkLst>
              <pc:docMk/>
              <pc:sldMasterMk cId="0" sldId="2147483648"/>
              <pc:sldLayoutMk cId="2141331247" sldId="2147483660"/>
              <ac:picMk id="3" creationId="{B49DCCFE-3224-52EF-65B1-6B9F30C97046}"/>
            </ac:picMkLst>
          </pc:picChg>
        </pc:sldLayoutChg>
        <pc:sldLayoutChg chg="addSp modSp add mod modTransition setBg">
          <pc:chgData name="Sophia Jaeger" userId="cd671728-153b-43d2-8153-a89315e48cfc" providerId="ADAL" clId="{9317A1B6-FBEB-4118-93FD-03EF7FE0C42D}" dt="2026-02-13T03:38:42.044" v="20442" actId="12"/>
          <pc:sldLayoutMkLst>
            <pc:docMk/>
            <pc:sldMasterMk cId="0" sldId="2147483648"/>
            <pc:sldLayoutMk cId="2128526365" sldId="2147483661"/>
          </pc:sldLayoutMkLst>
          <pc:spChg chg="add mod">
            <ac:chgData name="Sophia Jaeger" userId="cd671728-153b-43d2-8153-a89315e48cfc" providerId="ADAL" clId="{9317A1B6-FBEB-4118-93FD-03EF7FE0C42D}" dt="2026-02-09T00:57:39.439" v="17408" actId="1076"/>
            <ac:spMkLst>
              <pc:docMk/>
              <pc:sldMasterMk cId="0" sldId="2147483648"/>
              <pc:sldLayoutMk cId="2128526365" sldId="2147483661"/>
              <ac:spMk id="2" creationId="{BE5BE60F-BE44-7330-E4C6-70B48F51570B}"/>
            </ac:spMkLst>
          </pc:spChg>
          <pc:spChg chg="add mod">
            <ac:chgData name="Sophia Jaeger" userId="cd671728-153b-43d2-8153-a89315e48cfc" providerId="ADAL" clId="{9317A1B6-FBEB-4118-93FD-03EF7FE0C42D}" dt="2026-02-13T03:38:42.044" v="20442" actId="12"/>
            <ac:spMkLst>
              <pc:docMk/>
              <pc:sldMasterMk cId="0" sldId="2147483648"/>
              <pc:sldLayoutMk cId="2128526365" sldId="2147483661"/>
              <ac:spMk id="4" creationId="{3B9802CB-591A-1275-3137-F625F2284A04}"/>
            </ac:spMkLst>
          </pc:spChg>
          <pc:spChg chg="add mod">
            <ac:chgData name="Sophia Jaeger" userId="cd671728-153b-43d2-8153-a89315e48cfc" providerId="ADAL" clId="{9317A1B6-FBEB-4118-93FD-03EF7FE0C42D}" dt="2026-02-09T01:15:20.035" v="17617" actId="20577"/>
            <ac:spMkLst>
              <pc:docMk/>
              <pc:sldMasterMk cId="0" sldId="2147483648"/>
              <pc:sldLayoutMk cId="2128526365" sldId="2147483661"/>
              <ac:spMk id="6" creationId="{8749D651-F82D-8B45-BCD0-7BCDD201A2BF}"/>
            </ac:spMkLst>
          </pc:spChg>
        </pc:sldLayoutChg>
        <pc:sldLayoutChg chg="modSp add mod modTransition setBg">
          <pc:chgData name="Sophia Jaeger" userId="cd671728-153b-43d2-8153-a89315e48cfc" providerId="ADAL" clId="{9317A1B6-FBEB-4118-93FD-03EF7FE0C42D}" dt="2026-02-13T03:39:11.552" v="20453" actId="2711"/>
          <pc:sldLayoutMkLst>
            <pc:docMk/>
            <pc:sldMasterMk cId="0" sldId="2147483648"/>
            <pc:sldLayoutMk cId="2380000601" sldId="2147483662"/>
          </pc:sldLayoutMkLst>
          <pc:spChg chg="mod">
            <ac:chgData name="Sophia Jaeger" userId="cd671728-153b-43d2-8153-a89315e48cfc" providerId="ADAL" clId="{9317A1B6-FBEB-4118-93FD-03EF7FE0C42D}" dt="2026-02-09T00:57:35.999" v="17407" actId="1076"/>
            <ac:spMkLst>
              <pc:docMk/>
              <pc:sldMasterMk cId="0" sldId="2147483648"/>
              <pc:sldLayoutMk cId="2380000601" sldId="2147483662"/>
              <ac:spMk id="2" creationId="{BE5BE60F-BE44-7330-E4C6-70B48F51570B}"/>
            </ac:spMkLst>
          </pc:spChg>
          <pc:spChg chg="mod">
            <ac:chgData name="Sophia Jaeger" userId="cd671728-153b-43d2-8153-a89315e48cfc" providerId="ADAL" clId="{9317A1B6-FBEB-4118-93FD-03EF7FE0C42D}" dt="2026-02-13T03:39:11.552" v="20453" actId="2711"/>
            <ac:spMkLst>
              <pc:docMk/>
              <pc:sldMasterMk cId="0" sldId="2147483648"/>
              <pc:sldLayoutMk cId="2380000601" sldId="2147483662"/>
              <ac:spMk id="4" creationId="{3B9802CB-591A-1275-3137-F625F2284A04}"/>
            </ac:spMkLst>
          </pc:spChg>
          <pc:spChg chg="mod">
            <ac:chgData name="Sophia Jaeger" userId="cd671728-153b-43d2-8153-a89315e48cfc" providerId="ADAL" clId="{9317A1B6-FBEB-4118-93FD-03EF7FE0C42D}" dt="2026-02-09T01:15:32.675" v="17622" actId="14100"/>
            <ac:spMkLst>
              <pc:docMk/>
              <pc:sldMasterMk cId="0" sldId="2147483648"/>
              <pc:sldLayoutMk cId="2380000601" sldId="2147483662"/>
              <ac:spMk id="6" creationId="{8749D651-F82D-8B45-BCD0-7BCDD201A2BF}"/>
            </ac:spMkLst>
          </pc:spChg>
        </pc:sldLayoutChg>
        <pc:sldLayoutChg chg="modSp add mod ord modTransition">
          <pc:chgData name="Sophia Jaeger" userId="cd671728-153b-43d2-8153-a89315e48cfc" providerId="ADAL" clId="{9317A1B6-FBEB-4118-93FD-03EF7FE0C42D}" dt="2026-02-13T03:38:46.038" v="20443" actId="12"/>
          <pc:sldLayoutMkLst>
            <pc:docMk/>
            <pc:sldMasterMk cId="0" sldId="2147483648"/>
            <pc:sldLayoutMk cId="664183296" sldId="2147483663"/>
          </pc:sldLayoutMkLst>
          <pc:spChg chg="mod">
            <ac:chgData name="Sophia Jaeger" userId="cd671728-153b-43d2-8153-a89315e48cfc" providerId="ADAL" clId="{9317A1B6-FBEB-4118-93FD-03EF7FE0C42D}" dt="2026-02-13T03:38:46.038" v="20443" actId="12"/>
            <ac:spMkLst>
              <pc:docMk/>
              <pc:sldMasterMk cId="0" sldId="2147483648"/>
              <pc:sldLayoutMk cId="664183296" sldId="2147483663"/>
              <ac:spMk id="4" creationId="{3B9802CB-591A-1275-3137-F625F2284A04}"/>
            </ac:spMkLst>
          </pc:spChg>
          <pc:spChg chg="mod">
            <ac:chgData name="Sophia Jaeger" userId="cd671728-153b-43d2-8153-a89315e48cfc" providerId="ADAL" clId="{9317A1B6-FBEB-4118-93FD-03EF7FE0C42D}" dt="2026-02-09T01:15:05.535" v="17613" actId="20577"/>
            <ac:spMkLst>
              <pc:docMk/>
              <pc:sldMasterMk cId="0" sldId="2147483648"/>
              <pc:sldLayoutMk cId="664183296" sldId="2147483663"/>
              <ac:spMk id="6" creationId="{8749D651-F82D-8B45-BCD0-7BCDD201A2BF}"/>
            </ac:spMkLst>
          </pc:spChg>
        </pc:sldLayoutChg>
        <pc:sldLayoutChg chg="addSp delSp modSp add mod modTransition">
          <pc:chgData name="Sophia Jaeger" userId="cd671728-153b-43d2-8153-a89315e48cfc" providerId="ADAL" clId="{9317A1B6-FBEB-4118-93FD-03EF7FE0C42D}" dt="2026-02-09T04:59:29.703" v="20015" actId="122"/>
          <pc:sldLayoutMkLst>
            <pc:docMk/>
            <pc:sldMasterMk cId="0" sldId="2147483648"/>
            <pc:sldLayoutMk cId="4272942293" sldId="2147483664"/>
          </pc:sldLayoutMkLst>
          <pc:spChg chg="add mod">
            <ac:chgData name="Sophia Jaeger" userId="cd671728-153b-43d2-8153-a89315e48cfc" providerId="ADAL" clId="{9317A1B6-FBEB-4118-93FD-03EF7FE0C42D}" dt="2026-02-09T04:59:29.703" v="20015" actId="122"/>
            <ac:spMkLst>
              <pc:docMk/>
              <pc:sldMasterMk cId="0" sldId="2147483648"/>
              <pc:sldLayoutMk cId="4272942293" sldId="2147483664"/>
              <ac:spMk id="19" creationId="{0EF95CC5-C21E-0073-07E7-2CD172A9A312}"/>
            </ac:spMkLst>
          </pc:spChg>
          <pc:spChg chg="add mod">
            <ac:chgData name="Sophia Jaeger" userId="cd671728-153b-43d2-8153-a89315e48cfc" providerId="ADAL" clId="{9317A1B6-FBEB-4118-93FD-03EF7FE0C42D}" dt="2026-02-09T04:59:29.703" v="20015" actId="122"/>
            <ac:spMkLst>
              <pc:docMk/>
              <pc:sldMasterMk cId="0" sldId="2147483648"/>
              <pc:sldLayoutMk cId="4272942293" sldId="2147483664"/>
              <ac:spMk id="24" creationId="{9F30B442-FAC0-F840-25E7-234BDCB152A6}"/>
            </ac:spMkLst>
          </pc:spChg>
          <pc:picChg chg="add mod">
            <ac:chgData name="Sophia Jaeger" userId="cd671728-153b-43d2-8153-a89315e48cfc" providerId="ADAL" clId="{9317A1B6-FBEB-4118-93FD-03EF7FE0C42D}" dt="2026-02-09T01:21:08.146" v="17724" actId="1076"/>
            <ac:picMkLst>
              <pc:docMk/>
              <pc:sldMasterMk cId="0" sldId="2147483648"/>
              <pc:sldLayoutMk cId="4272942293" sldId="2147483664"/>
              <ac:picMk id="13" creationId="{3A977D53-E7A1-E496-AE18-9DC42DD46B48}"/>
            </ac:picMkLst>
          </pc:picChg>
          <pc:picChg chg="add mod">
            <ac:chgData name="Sophia Jaeger" userId="cd671728-153b-43d2-8153-a89315e48cfc" providerId="ADAL" clId="{9317A1B6-FBEB-4118-93FD-03EF7FE0C42D}" dt="2026-02-09T01:18:52.201" v="17676" actId="1076"/>
            <ac:picMkLst>
              <pc:docMk/>
              <pc:sldMasterMk cId="0" sldId="2147483648"/>
              <pc:sldLayoutMk cId="4272942293" sldId="2147483664"/>
              <ac:picMk id="15" creationId="{29319691-0263-AF09-A977-1CC8E8988BA9}"/>
            </ac:picMkLst>
          </pc:picChg>
          <pc:picChg chg="add mod">
            <ac:chgData name="Sophia Jaeger" userId="cd671728-153b-43d2-8153-a89315e48cfc" providerId="ADAL" clId="{9317A1B6-FBEB-4118-93FD-03EF7FE0C42D}" dt="2026-02-09T01:18:52.201" v="17676" actId="1076"/>
            <ac:picMkLst>
              <pc:docMk/>
              <pc:sldMasterMk cId="0" sldId="2147483648"/>
              <pc:sldLayoutMk cId="4272942293" sldId="2147483664"/>
              <ac:picMk id="16" creationId="{6D968147-B0E4-120F-C42A-3E6720014B7D}"/>
            </ac:picMkLst>
          </pc:picChg>
          <pc:picChg chg="add mod">
            <ac:chgData name="Sophia Jaeger" userId="cd671728-153b-43d2-8153-a89315e48cfc" providerId="ADAL" clId="{9317A1B6-FBEB-4118-93FD-03EF7FE0C42D}" dt="2026-02-09T01:18:52.201" v="17676" actId="1076"/>
            <ac:picMkLst>
              <pc:docMk/>
              <pc:sldMasterMk cId="0" sldId="2147483648"/>
              <pc:sldLayoutMk cId="4272942293" sldId="2147483664"/>
              <ac:picMk id="17" creationId="{C96CE8FE-3AEA-67FA-2AD7-C7D5BE658A74}"/>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4F3F5AEF-4F6C-41E2-869B-89F90C9BC9CB}" type="datetimeFigureOut">
              <a:rPr lang="en-US" smtClean="0"/>
              <a:t>2/22/2026</a:t>
            </a:fld>
            <a:endParaRPr lang="en-US"/>
          </a:p>
        </p:txBody>
      </p:sp>
      <p:sp>
        <p:nvSpPr>
          <p:cNvPr id="4" name="Slide Image Placeholder 3"/>
          <p:cNvSpPr>
            <a:spLocks noGrp="1" noRot="1" noChangeAspect="1"/>
          </p:cNvSpPr>
          <p:nvPr>
            <p:ph type="sldImg" idx="2"/>
          </p:nvPr>
        </p:nvSpPr>
        <p:spPr>
          <a:xfrm>
            <a:off x="1054100" y="1279525"/>
            <a:ext cx="4991100" cy="3454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383E2FB7-BCAC-4152-98AC-87135F10653C}" type="slidenum">
              <a:rPr lang="en-US" smtClean="0"/>
              <a:t>‹#›</a:t>
            </a:fld>
            <a:endParaRPr lang="en-US"/>
          </a:p>
        </p:txBody>
      </p:sp>
    </p:spTree>
    <p:extLst>
      <p:ext uri="{BB962C8B-B14F-4D97-AF65-F5344CB8AC3E}">
        <p14:creationId xmlns:p14="http://schemas.microsoft.com/office/powerpoint/2010/main" val="3206548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Make format consistent</a:t>
            </a:r>
          </a:p>
          <a:p>
            <a:r>
              <a:rPr lang="en-AU"/>
              <a:t>Make game one lesson section</a:t>
            </a:r>
          </a:p>
        </p:txBody>
      </p:sp>
      <p:sp>
        <p:nvSpPr>
          <p:cNvPr id="4" name="Slide Number Placeholder 3"/>
          <p:cNvSpPr>
            <a:spLocks noGrp="1"/>
          </p:cNvSpPr>
          <p:nvPr>
            <p:ph type="sldNum" sz="quarter" idx="5"/>
          </p:nvPr>
        </p:nvSpPr>
        <p:spPr/>
        <p:txBody>
          <a:bodyPr/>
          <a:lstStyle/>
          <a:p>
            <a:fld id="{383E2FB7-BCAC-4152-98AC-87135F10653C}" type="slidenum">
              <a:rPr lang="en-US" smtClean="0"/>
              <a:t>3</a:t>
            </a:fld>
            <a:endParaRPr lang="en-US"/>
          </a:p>
        </p:txBody>
      </p:sp>
    </p:spTree>
    <p:extLst>
      <p:ext uri="{BB962C8B-B14F-4D97-AF65-F5344CB8AC3E}">
        <p14:creationId xmlns:p14="http://schemas.microsoft.com/office/powerpoint/2010/main" val="3428801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4</a:t>
            </a:fld>
            <a:endParaRPr lang="en-US"/>
          </a:p>
        </p:txBody>
      </p:sp>
    </p:spTree>
    <p:extLst>
      <p:ext uri="{BB962C8B-B14F-4D97-AF65-F5344CB8AC3E}">
        <p14:creationId xmlns:p14="http://schemas.microsoft.com/office/powerpoint/2010/main" val="911069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DA4A4-A0F1-17E6-73D3-6F85611B7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BD168-7E0E-C46D-1134-287F3E2E9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661C6-3D60-CED8-386B-2EC79CE05D6C}"/>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B960096E-342F-68D1-7841-2FC7AED60317}"/>
              </a:ext>
            </a:extLst>
          </p:cNvPr>
          <p:cNvSpPr>
            <a:spLocks noGrp="1"/>
          </p:cNvSpPr>
          <p:nvPr>
            <p:ph type="sldNum" sz="quarter" idx="5"/>
          </p:nvPr>
        </p:nvSpPr>
        <p:spPr/>
        <p:txBody>
          <a:bodyPr/>
          <a:lstStyle/>
          <a:p>
            <a:fld id="{383E2FB7-BCAC-4152-98AC-87135F10653C}" type="slidenum">
              <a:rPr lang="en-US" smtClean="0"/>
              <a:t>8</a:t>
            </a:fld>
            <a:endParaRPr lang="en-US"/>
          </a:p>
        </p:txBody>
      </p:sp>
    </p:spTree>
    <p:extLst>
      <p:ext uri="{BB962C8B-B14F-4D97-AF65-F5344CB8AC3E}">
        <p14:creationId xmlns:p14="http://schemas.microsoft.com/office/powerpoint/2010/main" val="2264405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9</a:t>
            </a:fld>
            <a:endParaRPr lang="en-US"/>
          </a:p>
        </p:txBody>
      </p:sp>
    </p:spTree>
    <p:extLst>
      <p:ext uri="{BB962C8B-B14F-4D97-AF65-F5344CB8AC3E}">
        <p14:creationId xmlns:p14="http://schemas.microsoft.com/office/powerpoint/2010/main" val="37476722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10</a:t>
            </a:fld>
            <a:endParaRPr lang="en-US"/>
          </a:p>
        </p:txBody>
      </p:sp>
    </p:spTree>
    <p:extLst>
      <p:ext uri="{BB962C8B-B14F-4D97-AF65-F5344CB8AC3E}">
        <p14:creationId xmlns:p14="http://schemas.microsoft.com/office/powerpoint/2010/main" val="800651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highlight>
                <a:srgbClr val="00FFFF"/>
              </a:highlight>
            </a:endParaRPr>
          </a:p>
        </p:txBody>
      </p:sp>
      <p:sp>
        <p:nvSpPr>
          <p:cNvPr id="4" name="Slide Number Placeholder 3"/>
          <p:cNvSpPr>
            <a:spLocks noGrp="1"/>
          </p:cNvSpPr>
          <p:nvPr>
            <p:ph type="sldNum" sz="quarter" idx="5"/>
          </p:nvPr>
        </p:nvSpPr>
        <p:spPr/>
        <p:txBody>
          <a:bodyPr/>
          <a:lstStyle/>
          <a:p>
            <a:fld id="{383E2FB7-BCAC-4152-98AC-87135F10653C}" type="slidenum">
              <a:rPr lang="en-US" smtClean="0"/>
              <a:t>11</a:t>
            </a:fld>
            <a:endParaRPr lang="en-US"/>
          </a:p>
        </p:txBody>
      </p:sp>
    </p:spTree>
    <p:extLst>
      <p:ext uri="{BB962C8B-B14F-4D97-AF65-F5344CB8AC3E}">
        <p14:creationId xmlns:p14="http://schemas.microsoft.com/office/powerpoint/2010/main" val="2631239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Include link, step by step for teachers. </a:t>
            </a:r>
          </a:p>
          <a:p>
            <a:r>
              <a:rPr lang="en-AU"/>
              <a:t>Include definition of sprites, skins etc. </a:t>
            </a:r>
          </a:p>
        </p:txBody>
      </p:sp>
      <p:sp>
        <p:nvSpPr>
          <p:cNvPr id="4" name="Slide Number Placeholder 3"/>
          <p:cNvSpPr>
            <a:spLocks noGrp="1"/>
          </p:cNvSpPr>
          <p:nvPr>
            <p:ph type="sldNum" sz="quarter" idx="5"/>
          </p:nvPr>
        </p:nvSpPr>
        <p:spPr/>
        <p:txBody>
          <a:bodyPr/>
          <a:lstStyle/>
          <a:p>
            <a:fld id="{383E2FB7-BCAC-4152-98AC-87135F10653C}" type="slidenum">
              <a:rPr lang="en-US" smtClean="0"/>
              <a:t>13</a:t>
            </a:fld>
            <a:endParaRPr lang="en-US"/>
          </a:p>
        </p:txBody>
      </p:sp>
    </p:spTree>
    <p:extLst>
      <p:ext uri="{BB962C8B-B14F-4D97-AF65-F5344CB8AC3E}">
        <p14:creationId xmlns:p14="http://schemas.microsoft.com/office/powerpoint/2010/main" val="37873884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83E2FB7-BCAC-4152-98AC-87135F10653C}" type="slidenum">
              <a:rPr lang="en-US" smtClean="0"/>
              <a:t>18</a:t>
            </a:fld>
            <a:endParaRPr lang="en-US"/>
          </a:p>
        </p:txBody>
      </p:sp>
    </p:spTree>
    <p:extLst>
      <p:ext uri="{BB962C8B-B14F-4D97-AF65-F5344CB8AC3E}">
        <p14:creationId xmlns:p14="http://schemas.microsoft.com/office/powerpoint/2010/main" val="2810449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91540" y="766958"/>
            <a:ext cx="10104120" cy="529209"/>
          </a:xfrm>
        </p:spPr>
        <p:txBody>
          <a:bodyPr/>
          <a:lstStyle/>
          <a:p>
            <a:r>
              <a:rPr lang="en-US"/>
              <a:t>Click to edit Master title style</a:t>
            </a:r>
          </a:p>
        </p:txBody>
      </p:sp>
      <p:sp>
        <p:nvSpPr>
          <p:cNvPr id="3" name="Subtitle 2"/>
          <p:cNvSpPr>
            <a:spLocks noGrp="1"/>
          </p:cNvSpPr>
          <p:nvPr>
            <p:ph type="subTitle" idx="1"/>
          </p:nvPr>
        </p:nvSpPr>
        <p:spPr>
          <a:xfrm>
            <a:off x="1783080" y="1399032"/>
            <a:ext cx="8321040" cy="630936"/>
          </a:xfrm>
        </p:spPr>
        <p:txBody>
          <a:bodyPr/>
          <a:lstStyle>
            <a:lvl1pPr marL="0" indent="0" algn="ctr">
              <a:buNone/>
              <a:defRPr>
                <a:solidFill>
                  <a:schemeClr val="tx1">
                    <a:tint val="75000"/>
                  </a:schemeClr>
                </a:solidFill>
              </a:defRPr>
            </a:lvl1pPr>
            <a:lvl2pPr marL="237717" indent="0" algn="ctr">
              <a:buNone/>
              <a:defRPr>
                <a:solidFill>
                  <a:schemeClr val="tx1">
                    <a:tint val="75000"/>
                  </a:schemeClr>
                </a:solidFill>
              </a:defRPr>
            </a:lvl2pPr>
            <a:lvl3pPr marL="475433" indent="0" algn="ctr">
              <a:buNone/>
              <a:defRPr>
                <a:solidFill>
                  <a:schemeClr val="tx1">
                    <a:tint val="75000"/>
                  </a:schemeClr>
                </a:solidFill>
              </a:defRPr>
            </a:lvl3pPr>
            <a:lvl4pPr marL="713150" indent="0" algn="ctr">
              <a:buNone/>
              <a:defRPr>
                <a:solidFill>
                  <a:schemeClr val="tx1">
                    <a:tint val="75000"/>
                  </a:schemeClr>
                </a:solidFill>
              </a:defRPr>
            </a:lvl4pPr>
            <a:lvl5pPr marL="950867" indent="0" algn="ctr">
              <a:buNone/>
              <a:defRPr>
                <a:solidFill>
                  <a:schemeClr val="tx1">
                    <a:tint val="75000"/>
                  </a:schemeClr>
                </a:solidFill>
              </a:defRPr>
            </a:lvl5pPr>
            <a:lvl6pPr marL="1188584" indent="0" algn="ctr">
              <a:buNone/>
              <a:defRPr>
                <a:solidFill>
                  <a:schemeClr val="tx1">
                    <a:tint val="75000"/>
                  </a:schemeClr>
                </a:solidFill>
              </a:defRPr>
            </a:lvl6pPr>
            <a:lvl7pPr marL="1426300" indent="0" algn="ctr">
              <a:buNone/>
              <a:defRPr>
                <a:solidFill>
                  <a:schemeClr val="tx1">
                    <a:tint val="75000"/>
                  </a:schemeClr>
                </a:solidFill>
              </a:defRPr>
            </a:lvl7pPr>
            <a:lvl8pPr marL="1664017" indent="0" algn="ctr">
              <a:buNone/>
              <a:defRPr>
                <a:solidFill>
                  <a:schemeClr val="tx1">
                    <a:tint val="75000"/>
                  </a:schemeClr>
                </a:solidFill>
              </a:defRPr>
            </a:lvl8pPr>
            <a:lvl9pPr marL="1901734"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641F1D-C242-463A-9118-CEC8A32732E1}" type="datetime1">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C8F71B-FE01-41BB-BA09-F81DE1617D4D}" type="datetime1">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39007" y="1586489"/>
            <a:ext cx="10104120" cy="490347"/>
          </a:xfrm>
        </p:spPr>
        <p:txBody>
          <a:bodyPr anchor="t"/>
          <a:lstStyle>
            <a:lvl1pPr algn="l">
              <a:defRPr sz="2080" b="1" cap="all"/>
            </a:lvl1pPr>
          </a:lstStyle>
          <a:p>
            <a:r>
              <a:rPr lang="en-US"/>
              <a:t>Click to edit Master title style</a:t>
            </a:r>
          </a:p>
        </p:txBody>
      </p:sp>
      <p:sp>
        <p:nvSpPr>
          <p:cNvPr id="3" name="Text Placeholder 2"/>
          <p:cNvSpPr>
            <a:spLocks noGrp="1"/>
          </p:cNvSpPr>
          <p:nvPr>
            <p:ph type="body" idx="1"/>
          </p:nvPr>
        </p:nvSpPr>
        <p:spPr>
          <a:xfrm>
            <a:off x="939007" y="1046422"/>
            <a:ext cx="10104120" cy="540067"/>
          </a:xfrm>
        </p:spPr>
        <p:txBody>
          <a:bodyPr anchor="b"/>
          <a:lstStyle>
            <a:lvl1pPr marL="0" indent="0">
              <a:buNone/>
              <a:defRPr sz="1040">
                <a:solidFill>
                  <a:schemeClr val="tx1">
                    <a:tint val="75000"/>
                  </a:schemeClr>
                </a:solidFill>
              </a:defRPr>
            </a:lvl1pPr>
            <a:lvl2pPr marL="237717" indent="0">
              <a:buNone/>
              <a:defRPr sz="936">
                <a:solidFill>
                  <a:schemeClr val="tx1">
                    <a:tint val="75000"/>
                  </a:schemeClr>
                </a:solidFill>
              </a:defRPr>
            </a:lvl2pPr>
            <a:lvl3pPr marL="475433" indent="0">
              <a:buNone/>
              <a:defRPr sz="832">
                <a:solidFill>
                  <a:schemeClr val="tx1">
                    <a:tint val="75000"/>
                  </a:schemeClr>
                </a:solidFill>
              </a:defRPr>
            </a:lvl3pPr>
            <a:lvl4pPr marL="713150" indent="0">
              <a:buNone/>
              <a:defRPr sz="728">
                <a:solidFill>
                  <a:schemeClr val="tx1">
                    <a:tint val="75000"/>
                  </a:schemeClr>
                </a:solidFill>
              </a:defRPr>
            </a:lvl4pPr>
            <a:lvl5pPr marL="950867" indent="0">
              <a:buNone/>
              <a:defRPr sz="728">
                <a:solidFill>
                  <a:schemeClr val="tx1">
                    <a:tint val="75000"/>
                  </a:schemeClr>
                </a:solidFill>
              </a:defRPr>
            </a:lvl5pPr>
            <a:lvl6pPr marL="1188584" indent="0">
              <a:buNone/>
              <a:defRPr sz="728">
                <a:solidFill>
                  <a:schemeClr val="tx1">
                    <a:tint val="75000"/>
                  </a:schemeClr>
                </a:solidFill>
              </a:defRPr>
            </a:lvl6pPr>
            <a:lvl7pPr marL="1426300" indent="0">
              <a:buNone/>
              <a:defRPr sz="728">
                <a:solidFill>
                  <a:schemeClr val="tx1">
                    <a:tint val="75000"/>
                  </a:schemeClr>
                </a:solidFill>
              </a:defRPr>
            </a:lvl7pPr>
            <a:lvl8pPr marL="1664017" indent="0">
              <a:buNone/>
              <a:defRPr sz="728">
                <a:solidFill>
                  <a:schemeClr val="tx1">
                    <a:tint val="75000"/>
                  </a:schemeClr>
                </a:solidFill>
              </a:defRPr>
            </a:lvl8pPr>
            <a:lvl9pPr marL="1901734" indent="0">
              <a:buNone/>
              <a:defRPr sz="72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1A2404-A312-4657-8292-B0E4B798C0E7}" type="datetime1">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943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42660" y="576077"/>
            <a:ext cx="5250180" cy="1629347"/>
          </a:xfrm>
        </p:spPr>
        <p:txBody>
          <a:bodyPr/>
          <a:lstStyle>
            <a:lvl1pPr>
              <a:defRPr sz="1456"/>
            </a:lvl1pPr>
            <a:lvl2pPr>
              <a:defRPr sz="1248"/>
            </a:lvl2pPr>
            <a:lvl3pPr>
              <a:defRPr sz="1040"/>
            </a:lvl3pPr>
            <a:lvl4pPr>
              <a:defRPr sz="936"/>
            </a:lvl4pPr>
            <a:lvl5pPr>
              <a:defRPr sz="936"/>
            </a:lvl5pPr>
            <a:lvl6pPr>
              <a:defRPr sz="936"/>
            </a:lvl6pPr>
            <a:lvl7pPr>
              <a:defRPr sz="936"/>
            </a:lvl7pPr>
            <a:lvl8pPr>
              <a:defRPr sz="936"/>
            </a:lvl8pPr>
            <a:lvl9pPr>
              <a:defRPr sz="9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944A73-44BC-44C3-B99F-A0232951B267}" type="datetime1">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94362" y="552641"/>
            <a:ext cx="5252244"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4" name="Content Placeholder 3"/>
          <p:cNvSpPr>
            <a:spLocks noGrp="1"/>
          </p:cNvSpPr>
          <p:nvPr>
            <p:ph sz="half" idx="2"/>
          </p:nvPr>
        </p:nvSpPr>
        <p:spPr>
          <a:xfrm>
            <a:off x="594362" y="782955"/>
            <a:ext cx="5252244"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38533" y="552641"/>
            <a:ext cx="5254308" cy="230314"/>
          </a:xfrm>
        </p:spPr>
        <p:txBody>
          <a:bodyPr anchor="b"/>
          <a:lstStyle>
            <a:lvl1pPr marL="0" indent="0">
              <a:buNone/>
              <a:defRPr sz="1248" b="1"/>
            </a:lvl1pPr>
            <a:lvl2pPr marL="237717" indent="0">
              <a:buNone/>
              <a:defRPr sz="1040" b="1"/>
            </a:lvl2pPr>
            <a:lvl3pPr marL="475433" indent="0">
              <a:buNone/>
              <a:defRPr sz="936" b="1"/>
            </a:lvl3pPr>
            <a:lvl4pPr marL="713150" indent="0">
              <a:buNone/>
              <a:defRPr sz="832" b="1"/>
            </a:lvl4pPr>
            <a:lvl5pPr marL="950867" indent="0">
              <a:buNone/>
              <a:defRPr sz="832" b="1"/>
            </a:lvl5pPr>
            <a:lvl6pPr marL="1188584" indent="0">
              <a:buNone/>
              <a:defRPr sz="832" b="1"/>
            </a:lvl6pPr>
            <a:lvl7pPr marL="1426300" indent="0">
              <a:buNone/>
              <a:defRPr sz="832" b="1"/>
            </a:lvl7pPr>
            <a:lvl8pPr marL="1664017" indent="0">
              <a:buNone/>
              <a:defRPr sz="832" b="1"/>
            </a:lvl8pPr>
            <a:lvl9pPr marL="1901734" indent="0">
              <a:buNone/>
              <a:defRPr sz="832" b="1"/>
            </a:lvl9pPr>
          </a:lstStyle>
          <a:p>
            <a:pPr lvl="0"/>
            <a:r>
              <a:rPr lang="en-US"/>
              <a:t>Click to edit Master text styles</a:t>
            </a:r>
          </a:p>
        </p:txBody>
      </p:sp>
      <p:sp>
        <p:nvSpPr>
          <p:cNvPr id="6" name="Content Placeholder 5"/>
          <p:cNvSpPr>
            <a:spLocks noGrp="1"/>
          </p:cNvSpPr>
          <p:nvPr>
            <p:ph sz="quarter" idx="4"/>
          </p:nvPr>
        </p:nvSpPr>
        <p:spPr>
          <a:xfrm>
            <a:off x="6038533" y="782955"/>
            <a:ext cx="5254308" cy="1422464"/>
          </a:xfrm>
        </p:spPr>
        <p:txBody>
          <a:bodyPr/>
          <a:lstStyle>
            <a:lvl1pPr>
              <a:defRPr sz="1248"/>
            </a:lvl1pPr>
            <a:lvl2pPr>
              <a:defRPr sz="1040"/>
            </a:lvl2pPr>
            <a:lvl3pPr>
              <a:defRPr sz="936"/>
            </a:lvl3pPr>
            <a:lvl4pPr>
              <a:defRPr sz="832"/>
            </a:lvl4pPr>
            <a:lvl5pPr>
              <a:defRPr sz="832"/>
            </a:lvl5pPr>
            <a:lvl6pPr>
              <a:defRPr sz="832"/>
            </a:lvl6pPr>
            <a:lvl7pPr>
              <a:defRPr sz="832"/>
            </a:lvl7pPr>
            <a:lvl8pPr>
              <a:defRPr sz="832"/>
            </a:lvl8pPr>
            <a:lvl9pPr>
              <a:defRPr sz="83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ED12FDD-77D0-4A09-A7BF-76E5C63CBF2F}" type="datetime1">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E876FE-512A-4774-A2B9-2BDC34E4BD18}" type="datetime1">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_Slide">
    <p:bg>
      <p:bgPr>
        <a:solidFill>
          <a:srgbClr val="F6EBD5"/>
        </a:solidFill>
        <a:effectLst/>
      </p:bgPr>
    </p:bg>
    <p:spTree>
      <p:nvGrpSpPr>
        <p:cNvPr id="1" name=""/>
        <p:cNvGrpSpPr/>
        <p:nvPr/>
      </p:nvGrpSpPr>
      <p:grpSpPr>
        <a:xfrm>
          <a:off x="0" y="0"/>
          <a:ext cx="0" cy="0"/>
          <a:chOff x="0" y="0"/>
          <a:chExt cx="0" cy="0"/>
        </a:xfrm>
      </p:grpSpPr>
      <p:pic>
        <p:nvPicPr>
          <p:cNvPr id="13" name="Picture 12" descr="A cartoon kangaroo with text on it&#10;&#10;AI-generated content may be incorrect.">
            <a:extLst>
              <a:ext uri="{FF2B5EF4-FFF2-40B4-BE49-F238E27FC236}">
                <a16:creationId xmlns:a16="http://schemas.microsoft.com/office/drawing/2014/main" id="{3A977D53-E7A1-E496-AE18-9DC42DD46B48}"/>
              </a:ext>
            </a:extLst>
          </p:cNvPr>
          <p:cNvPicPr>
            <a:picLocks noChangeAspect="1"/>
          </p:cNvPicPr>
          <p:nvPr userDrawn="1"/>
        </p:nvPicPr>
        <p:blipFill>
          <a:blip r:embed="rId2">
            <a:extLst>
              <a:ext uri="{28A0092B-C50C-407E-A947-70E740481C1C}">
                <a14:useLocalDpi xmlns:a14="http://schemas.microsoft.com/office/drawing/2010/main" val="0"/>
              </a:ext>
            </a:extLst>
          </a:blip>
          <a:srcRect l="15385" t="20614" r="15436" b="29893"/>
          <a:stretch>
            <a:fillRect/>
          </a:stretch>
        </p:blipFill>
        <p:spPr>
          <a:xfrm>
            <a:off x="764540" y="279554"/>
            <a:ext cx="8376919" cy="3995361"/>
          </a:xfrm>
          <a:prstGeom prst="rect">
            <a:avLst/>
          </a:prstGeom>
        </p:spPr>
      </p:pic>
      <p:pic>
        <p:nvPicPr>
          <p:cNvPr id="15" name="Picture 2" descr="Logo of Montebello Foundation with three shapes similar to human forms embracing each one a different colour">
            <a:extLst>
              <a:ext uri="{FF2B5EF4-FFF2-40B4-BE49-F238E27FC236}">
                <a16:creationId xmlns:a16="http://schemas.microsoft.com/office/drawing/2014/main" id="{29319691-0263-AF09-A977-1CC8E8988BA9}"/>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512928" y="5808593"/>
            <a:ext cx="2798445" cy="76985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 up of a logo&#10;&#10;AI-generated content may be incorrect.">
            <a:extLst>
              <a:ext uri="{FF2B5EF4-FFF2-40B4-BE49-F238E27FC236}">
                <a16:creationId xmlns:a16="http://schemas.microsoft.com/office/drawing/2014/main" id="{6D968147-B0E4-120F-C42A-3E6720014B7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46461" y="5922068"/>
            <a:ext cx="1880465" cy="551162"/>
          </a:xfrm>
          <a:prstGeom prst="rect">
            <a:avLst/>
          </a:prstGeom>
        </p:spPr>
      </p:pic>
      <p:pic>
        <p:nvPicPr>
          <p:cNvPr id="17" name="Picture 16" descr="A close-up of a logo&#10;&#10;AI-generated content may be incorrect.">
            <a:extLst>
              <a:ext uri="{FF2B5EF4-FFF2-40B4-BE49-F238E27FC236}">
                <a16:creationId xmlns:a16="http://schemas.microsoft.com/office/drawing/2014/main" id="{C96CE8FE-3AEA-67FA-2AD7-C7D5BE658A74}"/>
              </a:ext>
            </a:extLst>
          </p:cNvPr>
          <p:cNvPicPr>
            <a:picLocks noChangeAspect="1"/>
          </p:cNvPicPr>
          <p:nvPr userDrawn="1"/>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97388" y="5909759"/>
            <a:ext cx="1880465" cy="558775"/>
          </a:xfrm>
          <a:prstGeom prst="rect">
            <a:avLst/>
          </a:prstGeom>
        </p:spPr>
      </p:pic>
      <p:sp>
        <p:nvSpPr>
          <p:cNvPr id="19" name="Text Placeholder 18">
            <a:extLst>
              <a:ext uri="{FF2B5EF4-FFF2-40B4-BE49-F238E27FC236}">
                <a16:creationId xmlns:a16="http://schemas.microsoft.com/office/drawing/2014/main" id="{0EF95CC5-C21E-0073-07E7-2CD172A9A312}"/>
              </a:ext>
            </a:extLst>
          </p:cNvPr>
          <p:cNvSpPr>
            <a:spLocks noGrp="1"/>
          </p:cNvSpPr>
          <p:nvPr>
            <p:ph type="body" sz="quarter" idx="10" hasCustomPrompt="1"/>
          </p:nvPr>
        </p:nvSpPr>
        <p:spPr>
          <a:xfrm>
            <a:off x="0" y="4076583"/>
            <a:ext cx="9906000" cy="1015663"/>
          </a:xfrm>
          <a:noFill/>
        </p:spPr>
        <p:txBody>
          <a:bodyPr wrap="square" lIns="91440" tIns="45720" rIns="91440" bIns="45720">
            <a:spAutoFit/>
          </a:bodyPr>
          <a:lstStyle>
            <a:lvl1pPr algn="ctr">
              <a:buNone/>
              <a:defRPr lang="en-US" sz="60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Lesson X – Title:</a:t>
            </a:r>
          </a:p>
        </p:txBody>
      </p:sp>
      <p:sp>
        <p:nvSpPr>
          <p:cNvPr id="24" name="Text Placeholder 18">
            <a:extLst>
              <a:ext uri="{FF2B5EF4-FFF2-40B4-BE49-F238E27FC236}">
                <a16:creationId xmlns:a16="http://schemas.microsoft.com/office/drawing/2014/main" id="{9F30B442-FAC0-F840-25E7-234BDCB152A6}"/>
              </a:ext>
            </a:extLst>
          </p:cNvPr>
          <p:cNvSpPr>
            <a:spLocks noGrp="1"/>
          </p:cNvSpPr>
          <p:nvPr>
            <p:ph type="body" sz="quarter" idx="11" hasCustomPrompt="1"/>
          </p:nvPr>
        </p:nvSpPr>
        <p:spPr>
          <a:xfrm>
            <a:off x="0" y="4991262"/>
            <a:ext cx="9906000" cy="769441"/>
          </a:xfrm>
          <a:noFill/>
        </p:spPr>
        <p:txBody>
          <a:bodyPr wrap="square" lIns="91440" tIns="45720" rIns="91440" bIns="45720">
            <a:spAutoFit/>
          </a:bodyPr>
          <a:lstStyle>
            <a:lvl1pPr algn="ctr">
              <a:buNone/>
              <a:defRPr lang="en-US" sz="4400" kern="1200" dirty="0" smtClean="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a:defRPr lang="en-US" sz="1131" dirty="0" smtClean="0"/>
            </a:lvl2pPr>
            <a:lvl3pPr>
              <a:defRPr lang="en-US" sz="1131" dirty="0" smtClean="0"/>
            </a:lvl3pPr>
            <a:lvl4pPr>
              <a:defRPr lang="en-US" sz="1131" dirty="0" smtClean="0"/>
            </a:lvl4pPr>
            <a:lvl5pPr>
              <a:defRPr lang="en-AU" sz="1131" dirty="0"/>
            </a:lvl5pPr>
          </a:lstStyle>
          <a:p>
            <a:pPr marL="0" lvl="0" algn="ctr" defTabSz="574700"/>
            <a:r>
              <a:rPr lang="en-US"/>
              <a:t>Subtitle</a:t>
            </a:r>
          </a:p>
        </p:txBody>
      </p:sp>
    </p:spTree>
    <p:extLst>
      <p:ext uri="{BB962C8B-B14F-4D97-AF65-F5344CB8AC3E}">
        <p14:creationId xmlns:p14="http://schemas.microsoft.com/office/powerpoint/2010/main" val="4272942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udent_Content">
    <p:bg>
      <p:bgPr>
        <a:solidFill>
          <a:srgbClr val="F6EBD5"/>
        </a:soli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19" name="Text Placeholder 18">
            <a:extLst>
              <a:ext uri="{FF2B5EF4-FFF2-40B4-BE49-F238E27FC236}">
                <a16:creationId xmlns:a16="http://schemas.microsoft.com/office/drawing/2014/main" id="{CB6885BD-C1F1-475F-3121-CB4E0EB036B1}"/>
              </a:ext>
            </a:extLst>
          </p:cNvPr>
          <p:cNvSpPr>
            <a:spLocks noGrp="1"/>
          </p:cNvSpPr>
          <p:nvPr>
            <p:ph type="body" sz="quarter" idx="13" hasCustomPrompt="1"/>
          </p:nvPr>
        </p:nvSpPr>
        <p:spPr>
          <a:xfrm>
            <a:off x="489396" y="549236"/>
            <a:ext cx="5505450" cy="952500"/>
          </a:xfrm>
        </p:spPr>
        <p:txBody>
          <a:bodyPr>
            <a:noAutofit/>
          </a:bodyPr>
          <a:lstStyle>
            <a:lvl1pPr marL="0" indent="0">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22" name="Text Placeholder 21">
            <a:extLst>
              <a:ext uri="{FF2B5EF4-FFF2-40B4-BE49-F238E27FC236}">
                <a16:creationId xmlns:a16="http://schemas.microsoft.com/office/drawing/2014/main" id="{2F955B45-F53B-0441-FD52-A63954BCA84F}"/>
              </a:ext>
            </a:extLst>
          </p:cNvPr>
          <p:cNvSpPr>
            <a:spLocks noGrp="1"/>
          </p:cNvSpPr>
          <p:nvPr>
            <p:ph type="body" sz="quarter" idx="14"/>
          </p:nvPr>
        </p:nvSpPr>
        <p:spPr>
          <a:xfrm>
            <a:off x="489396" y="1933575"/>
            <a:ext cx="8254554" cy="3562350"/>
          </a:xfrm>
        </p:spPr>
        <p:txBody>
          <a:bodyPr>
            <a:noAutofit/>
          </a:bodyPr>
          <a:lstStyle>
            <a:lvl1pPr>
              <a:defRPr lang="en-US" sz="2800" b="0" kern="1200" cap="none" spc="0" dirty="0" smtClean="0">
                <a:ln w="0"/>
                <a:solidFill>
                  <a:srgbClr val="233A17"/>
                </a:solidFill>
                <a:latin typeface="Berlin Sans FB" panose="020E0602020502020306" pitchFamily="34" charset="0"/>
                <a:ea typeface="+mn-ea"/>
                <a:cs typeface="+mn-cs"/>
              </a:defRPr>
            </a:lvl1pPr>
            <a:lvl2pPr>
              <a:buFont typeface="Wingdings" panose="05000000000000000000" pitchFamily="2" charset="2"/>
              <a:buChar char="§"/>
              <a:defRPr lang="en-US" sz="2800" b="0" kern="1200" cap="none" spc="0" dirty="0" smtClean="0">
                <a:ln w="0"/>
                <a:solidFill>
                  <a:srgbClr val="233A17"/>
                </a:solidFill>
                <a:latin typeface="Berlin Sans FB" panose="020E0602020502020306" pitchFamily="34" charset="0"/>
                <a:ea typeface="+mn-ea"/>
                <a:cs typeface="+mn-cs"/>
              </a:defRPr>
            </a:lvl2pPr>
            <a:lvl3pPr>
              <a:defRPr lang="en-US" sz="2800" b="0" kern="1200" cap="none" spc="0" dirty="0" smtClean="0">
                <a:ln w="0"/>
                <a:solidFill>
                  <a:srgbClr val="233A17"/>
                </a:solidFill>
                <a:latin typeface="Berlin Sans FB" panose="020E0602020502020306" pitchFamily="34" charset="0"/>
                <a:ea typeface="+mn-ea"/>
                <a:cs typeface="+mn-cs"/>
              </a:defRPr>
            </a:lvl3pPr>
            <a:lvl4pPr>
              <a:defRPr lang="en-US" sz="2800" b="0" kern="1200" cap="none" spc="0" dirty="0" smtClean="0">
                <a:ln w="0"/>
                <a:solidFill>
                  <a:srgbClr val="233A17"/>
                </a:solidFill>
                <a:latin typeface="Berlin Sans FB" panose="020E0602020502020306" pitchFamily="34" charset="0"/>
                <a:ea typeface="+mn-ea"/>
                <a:cs typeface="+mn-cs"/>
              </a:defRPr>
            </a:lvl4pPr>
            <a:lvl5pPr>
              <a:defRPr lang="en-AU" sz="2800" b="0" kern="1200" cap="none" spc="0" dirty="0">
                <a:ln w="0"/>
                <a:solidFill>
                  <a:srgbClr val="233A17"/>
                </a:solidFill>
                <a:latin typeface="Berlin Sans FB" panose="020E0602020502020306"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1413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sson_Overview">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298939" y="0"/>
            <a:ext cx="6629400" cy="584775"/>
          </a:xfrm>
          <a:prstGeom prst="rect">
            <a:avLst/>
          </a:prstGeom>
          <a:noFill/>
        </p:spPr>
        <p:txBody>
          <a:bodyPr wrap="square">
            <a:spAutoFit/>
          </a:bodyPr>
          <a:lstStyle/>
          <a:p>
            <a:pPr algn="ctr"/>
            <a:r>
              <a:rPr lang="en-US" sz="3200" b="1" i="1"/>
              <a:t>Teacher-only slide – Lesson Overview</a:t>
            </a:r>
            <a:endParaRPr lang="en-AU" sz="3200" b="1" i="1"/>
          </a:p>
        </p:txBody>
      </p:sp>
    </p:spTree>
    <p:extLst>
      <p:ext uri="{BB962C8B-B14F-4D97-AF65-F5344CB8AC3E}">
        <p14:creationId xmlns:p14="http://schemas.microsoft.com/office/powerpoint/2010/main" val="664183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struction_Guide">
    <p:bg>
      <p:bgPr>
        <a:gradFill>
          <a:gsLst>
            <a:gs pos="0">
              <a:schemeClr val="accent1">
                <a:lumMod val="5000"/>
                <a:lumOff val="95000"/>
              </a:schemeClr>
            </a:gs>
            <a:gs pos="56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75788"/>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65146"/>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3pPr>
            <a:lvl4pPr>
              <a:lnSpc>
                <a:spcPts val="3400"/>
              </a:lnSpc>
              <a:spcBef>
                <a:spcPts val="0"/>
              </a:spcBef>
              <a:defRPr lang="en-US" sz="1600" b="0" kern="1200" cap="none" spc="0" dirty="0" smtClean="0">
                <a:ln w="0"/>
                <a:solidFill>
                  <a:srgbClr val="233A17"/>
                </a:solidFill>
                <a:latin typeface="Aptos" panose="020B0004020202020204" pitchFamily="34" charset="0"/>
                <a:ea typeface="+mn-ea"/>
                <a:cs typeface="+mn-cs"/>
              </a:defRPr>
            </a:lvl4pPr>
            <a:lvl5pPr>
              <a:lnSpc>
                <a:spcPts val="3400"/>
              </a:lnSpc>
              <a:spcBef>
                <a:spcPts val="0"/>
              </a:spcBef>
              <a:defRPr lang="en-AU" sz="1600" b="0" kern="1200" cap="none" spc="0" dirty="0">
                <a:ln w="0"/>
                <a:solidFill>
                  <a:srgbClr val="233A17"/>
                </a:solidFill>
                <a:latin typeface="Aptos" panose="020B0004020202020204"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325315" y="0"/>
            <a:ext cx="6629400" cy="584775"/>
          </a:xfrm>
          <a:prstGeom prst="rect">
            <a:avLst/>
          </a:prstGeom>
          <a:noFill/>
        </p:spPr>
        <p:txBody>
          <a:bodyPr wrap="square">
            <a:spAutoFit/>
          </a:bodyPr>
          <a:lstStyle/>
          <a:p>
            <a:r>
              <a:rPr lang="en-US" sz="3200" b="1" i="1"/>
              <a:t>Teacher-only slide – Instruction Guide</a:t>
            </a:r>
            <a:endParaRPr lang="en-AU" sz="3200" b="1" i="1"/>
          </a:p>
        </p:txBody>
      </p:sp>
    </p:spTree>
    <p:extLst>
      <p:ext uri="{BB962C8B-B14F-4D97-AF65-F5344CB8AC3E}">
        <p14:creationId xmlns:p14="http://schemas.microsoft.com/office/powerpoint/2010/main" val="2128526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Extension">
    <p:bg>
      <p:bgPr>
        <a:gradFill flip="none" rotWithShape="1">
          <a:gsLst>
            <a:gs pos="0">
              <a:schemeClr val="accent1">
                <a:lumMod val="5000"/>
                <a:lumOff val="95000"/>
              </a:schemeClr>
            </a:gs>
            <a:gs pos="82000">
              <a:srgbClr val="A86831"/>
            </a:gs>
            <a:gs pos="100000">
              <a:srgbClr val="954501"/>
            </a:gs>
          </a:gsLst>
          <a:lin ang="4800000" scaled="0"/>
          <a:tileRect/>
        </a:gradFill>
        <a:effectLst/>
      </p:bgPr>
    </p:bg>
    <p:spTree>
      <p:nvGrpSpPr>
        <p:cNvPr id="1" name=""/>
        <p:cNvGrpSpPr/>
        <p:nvPr/>
      </p:nvGrpSpPr>
      <p:grpSpPr>
        <a:xfrm>
          <a:off x="0" y="0"/>
          <a:ext cx="0" cy="0"/>
          <a:chOff x="0" y="0"/>
          <a:chExt cx="0" cy="0"/>
        </a:xfrm>
      </p:grpSpPr>
      <p:pic>
        <p:nvPicPr>
          <p:cNvPr id="3" name="Picture 2" descr="A cartoon kangaroo with text on it&#10;&#10;AI-generated content may be incorrect.">
            <a:extLst>
              <a:ext uri="{FF2B5EF4-FFF2-40B4-BE49-F238E27FC236}">
                <a16:creationId xmlns:a16="http://schemas.microsoft.com/office/drawing/2014/main" id="{B49DCCFE-3224-52EF-65B1-6B9F30C97046}"/>
              </a:ext>
            </a:extLst>
          </p:cNvPr>
          <p:cNvPicPr>
            <a:picLocks noChangeAspect="1"/>
          </p:cNvPicPr>
          <p:nvPr userDrawn="1"/>
        </p:nvPicPr>
        <p:blipFill>
          <a:blip r:embed="rId2">
            <a:extLst>
              <a:ext uri="{28A0092B-C50C-407E-A947-70E740481C1C}">
                <a14:useLocalDpi xmlns:a14="http://schemas.microsoft.com/office/drawing/2010/main" val="0"/>
              </a:ext>
            </a:extLst>
          </a:blip>
          <a:srcRect l="16948" t="20343" r="15169" b="30062"/>
          <a:stretch>
            <a:fillRect/>
          </a:stretch>
        </p:blipFill>
        <p:spPr>
          <a:xfrm>
            <a:off x="6663880" y="76200"/>
            <a:ext cx="3104960" cy="1512324"/>
          </a:xfrm>
          <a:prstGeom prst="rect">
            <a:avLst/>
          </a:prstGeom>
        </p:spPr>
      </p:pic>
      <p:sp>
        <p:nvSpPr>
          <p:cNvPr id="16" name="Slide Number Placeholder 15">
            <a:extLst>
              <a:ext uri="{FF2B5EF4-FFF2-40B4-BE49-F238E27FC236}">
                <a16:creationId xmlns:a16="http://schemas.microsoft.com/office/drawing/2014/main" id="{C90C31D1-3273-8445-7D75-66C63F7B2D87}"/>
              </a:ext>
            </a:extLst>
          </p:cNvPr>
          <p:cNvSpPr>
            <a:spLocks noGrp="1"/>
          </p:cNvSpPr>
          <p:nvPr>
            <p:ph type="sldNum" sz="quarter" idx="12"/>
          </p:nvPr>
        </p:nvSpPr>
        <p:spPr>
          <a:xfrm>
            <a:off x="8972550" y="6526916"/>
            <a:ext cx="796290" cy="254884"/>
          </a:xfrm>
        </p:spPr>
        <p:txBody>
          <a:bodyPr/>
          <a:lstStyle>
            <a:lvl1pPr>
              <a:defRPr sz="1000"/>
            </a:lvl1pPr>
          </a:lstStyle>
          <a:p>
            <a:fld id="{B6F15528-21DE-4FAA-801E-634DDDAF4B2B}" type="slidenum">
              <a:rPr lang="en-US" smtClean="0"/>
              <a:pPr/>
              <a:t>‹#›</a:t>
            </a:fld>
            <a:endParaRPr lang="en-US"/>
          </a:p>
        </p:txBody>
      </p:sp>
      <p:sp>
        <p:nvSpPr>
          <p:cNvPr id="15" name="Footer Placeholder 14">
            <a:extLst>
              <a:ext uri="{FF2B5EF4-FFF2-40B4-BE49-F238E27FC236}">
                <a16:creationId xmlns:a16="http://schemas.microsoft.com/office/drawing/2014/main" id="{D4EEF2F4-F265-5776-B0FA-4273352353B8}"/>
              </a:ext>
            </a:extLst>
          </p:cNvPr>
          <p:cNvSpPr>
            <a:spLocks noGrp="1"/>
          </p:cNvSpPr>
          <p:nvPr>
            <p:ph type="ftr" sz="quarter" idx="11"/>
          </p:nvPr>
        </p:nvSpPr>
        <p:spPr>
          <a:xfrm>
            <a:off x="137160" y="6526916"/>
            <a:ext cx="1520190" cy="254884"/>
          </a:xfrm>
        </p:spPr>
        <p:txBody>
          <a:bodyPr/>
          <a:lstStyle>
            <a:lvl1pPr algn="l">
              <a:defRPr sz="1000"/>
            </a:lvl1pPr>
          </a:lstStyle>
          <a:p>
            <a:r>
              <a:rPr lang="en-US"/>
              <a:t>Lesson 1: Meet Blossom</a:t>
            </a:r>
          </a:p>
        </p:txBody>
      </p:sp>
      <p:sp>
        <p:nvSpPr>
          <p:cNvPr id="2" name="Text Placeholder 18">
            <a:extLst>
              <a:ext uri="{FF2B5EF4-FFF2-40B4-BE49-F238E27FC236}">
                <a16:creationId xmlns:a16="http://schemas.microsoft.com/office/drawing/2014/main" id="{BE5BE60F-BE44-7330-E4C6-70B48F51570B}"/>
              </a:ext>
            </a:extLst>
          </p:cNvPr>
          <p:cNvSpPr>
            <a:spLocks noGrp="1"/>
          </p:cNvSpPr>
          <p:nvPr>
            <p:ph type="body" sz="quarter" idx="13" hasCustomPrompt="1"/>
          </p:nvPr>
        </p:nvSpPr>
        <p:spPr>
          <a:xfrm>
            <a:off x="489396" y="663266"/>
            <a:ext cx="5505450" cy="952500"/>
          </a:xfrm>
        </p:spPr>
        <p:txBody>
          <a:bodyPr>
            <a:noAutofit/>
          </a:bodyPr>
          <a:lstStyle>
            <a:lvl1pPr marL="0" indent="0" algn="l">
              <a:lnSpc>
                <a:spcPts val="4000"/>
              </a:lnSpc>
              <a:spcBef>
                <a:spcPts val="600"/>
              </a:spcBef>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stStyle>
          <a:p>
            <a:pPr lvl="0"/>
            <a:r>
              <a:rPr lang="en-US"/>
              <a:t>Slide Heading</a:t>
            </a:r>
            <a:endParaRPr lang="en-AU"/>
          </a:p>
        </p:txBody>
      </p:sp>
      <p:sp>
        <p:nvSpPr>
          <p:cNvPr id="4" name="Text Placeholder 21">
            <a:extLst>
              <a:ext uri="{FF2B5EF4-FFF2-40B4-BE49-F238E27FC236}">
                <a16:creationId xmlns:a16="http://schemas.microsoft.com/office/drawing/2014/main" id="{3B9802CB-591A-1275-3137-F625F2284A04}"/>
              </a:ext>
            </a:extLst>
          </p:cNvPr>
          <p:cNvSpPr>
            <a:spLocks noGrp="1"/>
          </p:cNvSpPr>
          <p:nvPr>
            <p:ph type="body" sz="quarter" idx="14" hasCustomPrompt="1"/>
          </p:nvPr>
        </p:nvSpPr>
        <p:spPr>
          <a:xfrm>
            <a:off x="489396" y="1746278"/>
            <a:ext cx="8254554" cy="3562350"/>
          </a:xfrm>
        </p:spPr>
        <p:txBody>
          <a:bodyPr>
            <a:noAutofit/>
          </a:bodyPr>
          <a:lstStyle>
            <a:lvl1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1pPr>
            <a:lvl2pPr>
              <a:lnSpc>
                <a:spcPts val="3400"/>
              </a:lnSpc>
              <a:spcBef>
                <a:spcPts val="0"/>
              </a:spcBef>
              <a:buFont typeface="Wingdings" panose="05000000000000000000" pitchFamily="2" charset="2"/>
              <a:buChar char="§"/>
              <a:defRPr lang="en-US" sz="1600" b="0" kern="1200" cap="none" spc="0" dirty="0" smtClean="0">
                <a:ln w="0"/>
                <a:solidFill>
                  <a:srgbClr val="233A17"/>
                </a:solidFill>
                <a:latin typeface="Berlin Sans FB" panose="020E0602020502020306" pitchFamily="34" charset="0"/>
                <a:ea typeface="+mn-ea"/>
                <a:cs typeface="+mn-cs"/>
              </a:defRPr>
            </a:lvl2pPr>
            <a:lvl3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3pPr>
            <a:lvl4pPr>
              <a:lnSpc>
                <a:spcPts val="3400"/>
              </a:lnSpc>
              <a:spcBef>
                <a:spcPts val="0"/>
              </a:spcBef>
              <a:defRPr lang="en-US" sz="1600" b="0" kern="1200" cap="none" spc="0" dirty="0" smtClean="0">
                <a:ln w="0"/>
                <a:solidFill>
                  <a:srgbClr val="233A17"/>
                </a:solidFill>
                <a:latin typeface="Berlin Sans FB" panose="020E0602020502020306" pitchFamily="34" charset="0"/>
                <a:ea typeface="+mn-ea"/>
                <a:cs typeface="+mn-cs"/>
              </a:defRPr>
            </a:lvl4pPr>
            <a:lvl5pPr>
              <a:lnSpc>
                <a:spcPts val="3400"/>
              </a:lnSpc>
              <a:spcBef>
                <a:spcPts val="0"/>
              </a:spcBef>
              <a:defRPr lang="en-AU" sz="1600" b="0" kern="1200" cap="none" spc="0" dirty="0">
                <a:ln w="0"/>
                <a:solidFill>
                  <a:srgbClr val="233A17"/>
                </a:solidFill>
                <a:latin typeface="Berlin Sans FB" panose="020E0602020502020306" pitchFamily="34" charset="0"/>
                <a:ea typeface="+mn-ea"/>
                <a:cs typeface="+mn-cs"/>
              </a:defRPr>
            </a:lvl5pPr>
          </a:lstStyle>
          <a:p>
            <a:pPr lvl="0"/>
            <a:r>
              <a:rPr lang="en-US"/>
              <a:t>Click to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TextBox 5">
            <a:extLst>
              <a:ext uri="{FF2B5EF4-FFF2-40B4-BE49-F238E27FC236}">
                <a16:creationId xmlns:a16="http://schemas.microsoft.com/office/drawing/2014/main" id="{8749D651-F82D-8B45-BCD0-7BCDD201A2BF}"/>
              </a:ext>
            </a:extLst>
          </p:cNvPr>
          <p:cNvSpPr txBox="1"/>
          <p:nvPr userDrawn="1"/>
        </p:nvSpPr>
        <p:spPr>
          <a:xfrm>
            <a:off x="137160" y="0"/>
            <a:ext cx="6817555" cy="584775"/>
          </a:xfrm>
          <a:prstGeom prst="rect">
            <a:avLst/>
          </a:prstGeom>
          <a:noFill/>
        </p:spPr>
        <p:txBody>
          <a:bodyPr wrap="square">
            <a:spAutoFit/>
          </a:bodyPr>
          <a:lstStyle/>
          <a:p>
            <a:r>
              <a:rPr lang="en-US" sz="3200" b="1" i="1"/>
              <a:t>Teacher-only slide – Content Extension</a:t>
            </a:r>
            <a:endParaRPr lang="en-AU" sz="3200" b="1" i="1"/>
          </a:p>
        </p:txBody>
      </p:sp>
    </p:spTree>
    <p:extLst>
      <p:ext uri="{BB962C8B-B14F-4D97-AF65-F5344CB8AC3E}">
        <p14:creationId xmlns:p14="http://schemas.microsoft.com/office/powerpoint/2010/main" val="23800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98298"/>
            <a:ext cx="3910807" cy="418338"/>
          </a:xfrm>
        </p:spPr>
        <p:txBody>
          <a:bodyPr anchor="b"/>
          <a:lstStyle>
            <a:lvl1pPr algn="l">
              <a:defRPr sz="1040" b="1"/>
            </a:lvl1pPr>
          </a:lstStyle>
          <a:p>
            <a:r>
              <a:rPr lang="en-US"/>
              <a:t>Click to edit Master title style</a:t>
            </a:r>
          </a:p>
        </p:txBody>
      </p:sp>
      <p:sp>
        <p:nvSpPr>
          <p:cNvPr id="3" name="Content Placeholder 2"/>
          <p:cNvSpPr>
            <a:spLocks noGrp="1"/>
          </p:cNvSpPr>
          <p:nvPr>
            <p:ph idx="1"/>
          </p:nvPr>
        </p:nvSpPr>
        <p:spPr>
          <a:xfrm>
            <a:off x="4647572" y="98303"/>
            <a:ext cx="6645275" cy="2107121"/>
          </a:xfrm>
        </p:spPr>
        <p:txBody>
          <a:bodyPr/>
          <a:lstStyle>
            <a:lvl1pPr>
              <a:defRPr sz="1664"/>
            </a:lvl1pPr>
            <a:lvl2pPr>
              <a:defRPr sz="1456"/>
            </a:lvl2pPr>
            <a:lvl3pPr>
              <a:defRPr sz="1248"/>
            </a:lvl3pPr>
            <a:lvl4pPr>
              <a:defRPr sz="1040"/>
            </a:lvl4pPr>
            <a:lvl5pPr>
              <a:defRPr sz="1040"/>
            </a:lvl5pPr>
            <a:lvl6pPr>
              <a:defRPr sz="1040"/>
            </a:lvl6pPr>
            <a:lvl7pPr>
              <a:defRPr sz="1040"/>
            </a:lvl7pPr>
            <a:lvl8pPr>
              <a:defRPr sz="1040"/>
            </a:lvl8pPr>
            <a:lvl9pPr>
              <a:defRPr sz="10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94360" y="516641"/>
            <a:ext cx="3910807" cy="1688783"/>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6C3E4B74-615C-44D1-8875-0F95FDB4ACF1}" type="datetime1">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29974" y="1728216"/>
            <a:ext cx="7132320" cy="204026"/>
          </a:xfrm>
        </p:spPr>
        <p:txBody>
          <a:bodyPr anchor="b"/>
          <a:lstStyle>
            <a:lvl1pPr algn="l">
              <a:defRPr sz="1040" b="1"/>
            </a:lvl1pPr>
          </a:lstStyle>
          <a:p>
            <a:r>
              <a:rPr lang="en-US"/>
              <a:t>Click to edit Master title style</a:t>
            </a:r>
          </a:p>
        </p:txBody>
      </p:sp>
      <p:sp>
        <p:nvSpPr>
          <p:cNvPr id="3" name="Picture Placeholder 2"/>
          <p:cNvSpPr>
            <a:spLocks noGrp="1"/>
          </p:cNvSpPr>
          <p:nvPr>
            <p:ph type="pic" idx="1"/>
          </p:nvPr>
        </p:nvSpPr>
        <p:spPr>
          <a:xfrm>
            <a:off x="2329974" y="220599"/>
            <a:ext cx="7132320" cy="1481328"/>
          </a:xfrm>
        </p:spPr>
        <p:txBody>
          <a:bodyPr/>
          <a:lstStyle>
            <a:lvl1pPr marL="0" indent="0">
              <a:buNone/>
              <a:defRPr sz="1664"/>
            </a:lvl1pPr>
            <a:lvl2pPr marL="237717" indent="0">
              <a:buNone/>
              <a:defRPr sz="1456"/>
            </a:lvl2pPr>
            <a:lvl3pPr marL="475433" indent="0">
              <a:buNone/>
              <a:defRPr sz="1248"/>
            </a:lvl3pPr>
            <a:lvl4pPr marL="713150" indent="0">
              <a:buNone/>
              <a:defRPr sz="1040"/>
            </a:lvl4pPr>
            <a:lvl5pPr marL="950867" indent="0">
              <a:buNone/>
              <a:defRPr sz="1040"/>
            </a:lvl5pPr>
            <a:lvl6pPr marL="1188584" indent="0">
              <a:buNone/>
              <a:defRPr sz="1040"/>
            </a:lvl6pPr>
            <a:lvl7pPr marL="1426300" indent="0">
              <a:buNone/>
              <a:defRPr sz="1040"/>
            </a:lvl7pPr>
            <a:lvl8pPr marL="1664017" indent="0">
              <a:buNone/>
              <a:defRPr sz="1040"/>
            </a:lvl8pPr>
            <a:lvl9pPr marL="1901734" indent="0">
              <a:buNone/>
              <a:defRPr sz="1040"/>
            </a:lvl9pPr>
          </a:lstStyle>
          <a:p>
            <a:endParaRPr lang="en-US"/>
          </a:p>
        </p:txBody>
      </p:sp>
      <p:sp>
        <p:nvSpPr>
          <p:cNvPr id="4" name="Text Placeholder 3"/>
          <p:cNvSpPr>
            <a:spLocks noGrp="1"/>
          </p:cNvSpPr>
          <p:nvPr>
            <p:ph type="body" sz="half" idx="2"/>
          </p:nvPr>
        </p:nvSpPr>
        <p:spPr>
          <a:xfrm>
            <a:off x="2329974" y="1932242"/>
            <a:ext cx="7132320" cy="289750"/>
          </a:xfrm>
        </p:spPr>
        <p:txBody>
          <a:bodyPr/>
          <a:lstStyle>
            <a:lvl1pPr marL="0" indent="0">
              <a:buNone/>
              <a:defRPr sz="728"/>
            </a:lvl1pPr>
            <a:lvl2pPr marL="237717" indent="0">
              <a:buNone/>
              <a:defRPr sz="624"/>
            </a:lvl2pPr>
            <a:lvl3pPr marL="475433" indent="0">
              <a:buNone/>
              <a:defRPr sz="520"/>
            </a:lvl3pPr>
            <a:lvl4pPr marL="713150" indent="0">
              <a:buNone/>
              <a:defRPr sz="468"/>
            </a:lvl4pPr>
            <a:lvl5pPr marL="950867" indent="0">
              <a:buNone/>
              <a:defRPr sz="468"/>
            </a:lvl5pPr>
            <a:lvl6pPr marL="1188584" indent="0">
              <a:buNone/>
              <a:defRPr sz="468"/>
            </a:lvl6pPr>
            <a:lvl7pPr marL="1426300" indent="0">
              <a:buNone/>
              <a:defRPr sz="468"/>
            </a:lvl7pPr>
            <a:lvl8pPr marL="1664017" indent="0">
              <a:buNone/>
              <a:defRPr sz="468"/>
            </a:lvl8pPr>
            <a:lvl9pPr marL="1901734" indent="0">
              <a:buNone/>
              <a:defRPr sz="468"/>
            </a:lvl9pPr>
          </a:lstStyle>
          <a:p>
            <a:pPr lvl="0"/>
            <a:r>
              <a:rPr lang="en-US"/>
              <a:t>Click to edit Master text styles</a:t>
            </a:r>
          </a:p>
        </p:txBody>
      </p:sp>
      <p:sp>
        <p:nvSpPr>
          <p:cNvPr id="5" name="Date Placeholder 4"/>
          <p:cNvSpPr>
            <a:spLocks noGrp="1"/>
          </p:cNvSpPr>
          <p:nvPr>
            <p:ph type="dt" sz="half" idx="10"/>
          </p:nvPr>
        </p:nvSpPr>
        <p:spPr/>
        <p:txBody>
          <a:bodyPr/>
          <a:lstStyle/>
          <a:p>
            <a:fld id="{ED101441-3954-4234-8E77-79F8676957CB}" type="datetime1">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5290FD-71D0-407D-83AB-396A7FD0C9D0}" type="datetime1">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18220" y="98873"/>
            <a:ext cx="2674620" cy="210654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94360" y="98873"/>
            <a:ext cx="7825740" cy="21065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019B73-AB8A-401C-A09D-1C931BCE90B8}" type="datetime1">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94360" y="98870"/>
            <a:ext cx="10698480" cy="4114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94360" y="576077"/>
            <a:ext cx="10698480" cy="162934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94360" y="2288291"/>
            <a:ext cx="2773680" cy="131445"/>
          </a:xfrm>
          <a:prstGeom prst="rect">
            <a:avLst/>
          </a:prstGeom>
        </p:spPr>
        <p:txBody>
          <a:bodyPr vert="horz" lIns="91440" tIns="45720" rIns="91440" bIns="45720" rtlCol="0" anchor="ctr"/>
          <a:lstStyle>
            <a:lvl1pPr algn="l">
              <a:defRPr sz="624">
                <a:solidFill>
                  <a:schemeClr val="tx1">
                    <a:tint val="75000"/>
                  </a:schemeClr>
                </a:solidFill>
              </a:defRPr>
            </a:lvl1pPr>
          </a:lstStyle>
          <a:p>
            <a:fld id="{8BF02AB2-EABE-44C0-9D58-D80514717591}" type="datetime1">
              <a:rPr lang="en-US" smtClean="0"/>
              <a:t>2/22/2026</a:t>
            </a:fld>
            <a:endParaRPr lang="en-US"/>
          </a:p>
        </p:txBody>
      </p:sp>
      <p:sp>
        <p:nvSpPr>
          <p:cNvPr id="5" name="Footer Placeholder 4"/>
          <p:cNvSpPr>
            <a:spLocks noGrp="1"/>
          </p:cNvSpPr>
          <p:nvPr>
            <p:ph type="ftr" sz="quarter" idx="3"/>
          </p:nvPr>
        </p:nvSpPr>
        <p:spPr>
          <a:xfrm>
            <a:off x="4061460" y="2288291"/>
            <a:ext cx="3764280" cy="131445"/>
          </a:xfrm>
          <a:prstGeom prst="rect">
            <a:avLst/>
          </a:prstGeom>
        </p:spPr>
        <p:txBody>
          <a:bodyPr vert="horz" lIns="91440" tIns="45720" rIns="91440" bIns="45720" rtlCol="0" anchor="ctr"/>
          <a:lstStyle>
            <a:lvl1pPr algn="ctr">
              <a:defRPr sz="624">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19160" y="2288291"/>
            <a:ext cx="2773680" cy="131445"/>
          </a:xfrm>
          <a:prstGeom prst="rect">
            <a:avLst/>
          </a:prstGeom>
        </p:spPr>
        <p:txBody>
          <a:bodyPr vert="horz" lIns="91440" tIns="45720" rIns="91440" bIns="45720" rtlCol="0" anchor="ctr"/>
          <a:lstStyle>
            <a:lvl1pPr algn="r">
              <a:defRPr sz="624">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64" r:id="rId7"/>
    <p:sldLayoutId id="2147483660" r:id="rId8"/>
    <p:sldLayoutId id="2147483663" r:id="rId9"/>
    <p:sldLayoutId id="2147483661" r:id="rId10"/>
    <p:sldLayoutId id="2147483662" r:id="rId11"/>
    <p:sldLayoutId id="2147483656" r:id="rId12"/>
    <p:sldLayoutId id="2147483657" r:id="rId13"/>
    <p:sldLayoutId id="2147483658" r:id="rId14"/>
    <p:sldLayoutId id="2147483659" r:id="rId15"/>
  </p:sldLayoutIdLst>
  <p:hf hdr="0" ftr="0" dt="0"/>
  <p:txStyles>
    <p:titleStyle>
      <a:lvl1pPr algn="ctr" defTabSz="475433" rtl="0" eaLnBrk="1" latinLnBrk="0" hangingPunct="1">
        <a:spcBef>
          <a:spcPct val="0"/>
        </a:spcBef>
        <a:buNone/>
        <a:defRPr sz="2288" kern="1200">
          <a:solidFill>
            <a:schemeClr val="tx1"/>
          </a:solidFill>
          <a:latin typeface="+mj-lt"/>
          <a:ea typeface="+mj-ea"/>
          <a:cs typeface="+mj-cs"/>
        </a:defRPr>
      </a:lvl1pPr>
    </p:titleStyle>
    <p:bodyStyle>
      <a:lvl1pPr marL="178287" indent="-178287" algn="l" defTabSz="475433" rtl="0" eaLnBrk="1" latinLnBrk="0" hangingPunct="1">
        <a:spcBef>
          <a:spcPct val="20000"/>
        </a:spcBef>
        <a:buFont typeface="Arial" pitchFamily="34" charset="0"/>
        <a:buChar char="•"/>
        <a:defRPr sz="1664" kern="1200">
          <a:solidFill>
            <a:schemeClr val="tx1"/>
          </a:solidFill>
          <a:latin typeface="+mn-lt"/>
          <a:ea typeface="+mn-ea"/>
          <a:cs typeface="+mn-cs"/>
        </a:defRPr>
      </a:lvl1pPr>
      <a:lvl2pPr marL="386290" indent="-148573" algn="l" defTabSz="475433" rtl="0" eaLnBrk="1" latinLnBrk="0" hangingPunct="1">
        <a:spcBef>
          <a:spcPct val="20000"/>
        </a:spcBef>
        <a:buFont typeface="Arial" pitchFamily="34" charset="0"/>
        <a:buChar char="–"/>
        <a:defRPr sz="1456" kern="1200">
          <a:solidFill>
            <a:schemeClr val="tx1"/>
          </a:solidFill>
          <a:latin typeface="+mn-lt"/>
          <a:ea typeface="+mn-ea"/>
          <a:cs typeface="+mn-cs"/>
        </a:defRPr>
      </a:lvl2pPr>
      <a:lvl3pPr marL="594292" indent="-118859" algn="l" defTabSz="475433" rtl="0" eaLnBrk="1" latinLnBrk="0" hangingPunct="1">
        <a:spcBef>
          <a:spcPct val="20000"/>
        </a:spcBef>
        <a:buFont typeface="Arial" pitchFamily="34" charset="0"/>
        <a:buChar char="•"/>
        <a:defRPr sz="1248" kern="1200">
          <a:solidFill>
            <a:schemeClr val="tx1"/>
          </a:solidFill>
          <a:latin typeface="+mn-lt"/>
          <a:ea typeface="+mn-ea"/>
          <a:cs typeface="+mn-cs"/>
        </a:defRPr>
      </a:lvl3pPr>
      <a:lvl4pPr marL="832008"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4pPr>
      <a:lvl5pPr marL="106972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p:bodyStyle>
    <p:otherStyle>
      <a:defPPr>
        <a:defRPr lang="en-US"/>
      </a:defPPr>
      <a:lvl1pPr marL="0" algn="l" defTabSz="475433" rtl="0" eaLnBrk="1" latinLnBrk="0" hangingPunct="1">
        <a:defRPr sz="936" kern="1200">
          <a:solidFill>
            <a:schemeClr val="tx1"/>
          </a:solidFill>
          <a:latin typeface="+mn-lt"/>
          <a:ea typeface="+mn-ea"/>
          <a:cs typeface="+mn-cs"/>
        </a:defRPr>
      </a:lvl1pPr>
      <a:lvl2pPr marL="237717" algn="l" defTabSz="475433" rtl="0" eaLnBrk="1" latinLnBrk="0" hangingPunct="1">
        <a:defRPr sz="936" kern="1200">
          <a:solidFill>
            <a:schemeClr val="tx1"/>
          </a:solidFill>
          <a:latin typeface="+mn-lt"/>
          <a:ea typeface="+mn-ea"/>
          <a:cs typeface="+mn-cs"/>
        </a:defRPr>
      </a:lvl2pPr>
      <a:lvl3pPr marL="475433" algn="l" defTabSz="475433" rtl="0" eaLnBrk="1" latinLnBrk="0" hangingPunct="1">
        <a:defRPr sz="936" kern="1200">
          <a:solidFill>
            <a:schemeClr val="tx1"/>
          </a:solidFill>
          <a:latin typeface="+mn-lt"/>
          <a:ea typeface="+mn-ea"/>
          <a:cs typeface="+mn-cs"/>
        </a:defRPr>
      </a:lvl3pPr>
      <a:lvl4pPr marL="713150" algn="l" defTabSz="475433" rtl="0" eaLnBrk="1" latinLnBrk="0" hangingPunct="1">
        <a:defRPr sz="936" kern="1200">
          <a:solidFill>
            <a:schemeClr val="tx1"/>
          </a:solidFill>
          <a:latin typeface="+mn-lt"/>
          <a:ea typeface="+mn-ea"/>
          <a:cs typeface="+mn-cs"/>
        </a:defRPr>
      </a:lvl4pPr>
      <a:lvl5pPr marL="950867" algn="l" defTabSz="475433" rtl="0" eaLnBrk="1" latinLnBrk="0" hangingPunct="1">
        <a:defRPr sz="936" kern="1200">
          <a:solidFill>
            <a:schemeClr val="tx1"/>
          </a:solidFill>
          <a:latin typeface="+mn-lt"/>
          <a:ea typeface="+mn-ea"/>
          <a:cs typeface="+mn-cs"/>
        </a:defRPr>
      </a:lvl5pPr>
      <a:lvl6pPr marL="1188584" algn="l" defTabSz="475433" rtl="0" eaLnBrk="1" latinLnBrk="0" hangingPunct="1">
        <a:defRPr sz="936" kern="1200">
          <a:solidFill>
            <a:schemeClr val="tx1"/>
          </a:solidFill>
          <a:latin typeface="+mn-lt"/>
          <a:ea typeface="+mn-ea"/>
          <a:cs typeface="+mn-cs"/>
        </a:defRPr>
      </a:lvl6pPr>
      <a:lvl7pPr marL="1426300" algn="l" defTabSz="475433" rtl="0" eaLnBrk="1" latinLnBrk="0" hangingPunct="1">
        <a:defRPr sz="936" kern="1200">
          <a:solidFill>
            <a:schemeClr val="tx1"/>
          </a:solidFill>
          <a:latin typeface="+mn-lt"/>
          <a:ea typeface="+mn-ea"/>
          <a:cs typeface="+mn-cs"/>
        </a:defRPr>
      </a:lvl7pPr>
      <a:lvl8pPr marL="1664017" algn="l" defTabSz="475433" rtl="0" eaLnBrk="1" latinLnBrk="0" hangingPunct="1">
        <a:defRPr sz="936" kern="1200">
          <a:solidFill>
            <a:schemeClr val="tx1"/>
          </a:solidFill>
          <a:latin typeface="+mn-lt"/>
          <a:ea typeface="+mn-ea"/>
          <a:cs typeface="+mn-cs"/>
        </a:defRPr>
      </a:lvl8pPr>
      <a:lvl9pPr marL="1901734" algn="l" defTabSz="475433" rtl="0" eaLnBrk="1" latinLnBrk="0" hangingPunct="1">
        <a:defRPr sz="93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microsoft.com/office/2007/relationships/hdphoto" Target="../media/hdphoto1.wdp"/><Relationship Id="rId11" Type="http://schemas.openxmlformats.org/officeDocument/2006/relationships/image" Target="../media/image10.png"/><Relationship Id="rId5" Type="http://schemas.openxmlformats.org/officeDocument/2006/relationships/image" Target="../media/image7.png"/><Relationship Id="rId10" Type="http://schemas.microsoft.com/office/2007/relationships/hdphoto" Target="../media/hdphoto3.wdp"/><Relationship Id="rId4" Type="http://schemas.openxmlformats.org/officeDocument/2006/relationships/image" Target="../media/image6.png"/><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scratch.mit.edu/projects/editor/?tutorial=getStarted" TargetMode="Externa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52D177-142C-0C9B-4881-DF64553799E3}"/>
              </a:ext>
            </a:extLst>
          </p:cNvPr>
          <p:cNvSpPr>
            <a:spLocks noGrp="1"/>
          </p:cNvSpPr>
          <p:nvPr>
            <p:ph type="body" sz="quarter" idx="10"/>
          </p:nvPr>
        </p:nvSpPr>
        <p:spPr>
          <a:xfrm>
            <a:off x="0" y="4076583"/>
            <a:ext cx="9906000" cy="1631216"/>
          </a:xfrm>
        </p:spPr>
        <p:txBody>
          <a:bodyPr/>
          <a:lstStyle/>
          <a:p>
            <a:pPr algn="ctr">
              <a:lnSpc>
                <a:spcPts val="6000"/>
              </a:lnSpc>
            </a:pPr>
            <a:r>
              <a:rPr lang="en-GB"/>
              <a:t>Lesson 3 – </a:t>
            </a:r>
            <a:br>
              <a:rPr lang="en-GB"/>
            </a:br>
            <a:r>
              <a:rPr lang="en-GB"/>
              <a:t>Coding (with) Blossom:</a:t>
            </a:r>
            <a:endParaRPr lang="en-AU"/>
          </a:p>
        </p:txBody>
      </p:sp>
    </p:spTree>
    <p:extLst>
      <p:ext uri="{BB962C8B-B14F-4D97-AF65-F5344CB8AC3E}">
        <p14:creationId xmlns:p14="http://schemas.microsoft.com/office/powerpoint/2010/main" val="2356334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AC215D-516B-6F51-1785-9DF4278B0D8F}"/>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5" name="Rectangle 4">
            <a:extLst>
              <a:ext uri="{FF2B5EF4-FFF2-40B4-BE49-F238E27FC236}">
                <a16:creationId xmlns:a16="http://schemas.microsoft.com/office/drawing/2014/main" id="{D789FFFD-EF36-330F-4125-4379F745FF83}"/>
              </a:ext>
            </a:extLst>
          </p:cNvPr>
          <p:cNvSpPr/>
          <p:nvPr/>
        </p:nvSpPr>
        <p:spPr>
          <a:xfrm>
            <a:off x="557412" y="463511"/>
            <a:ext cx="5176638" cy="769441"/>
          </a:xfrm>
          <a:prstGeom prst="rect">
            <a:avLst/>
          </a:prstGeom>
          <a:noFill/>
        </p:spPr>
        <p:txBody>
          <a:bodyPr wrap="square" lIns="91440" tIns="45720" rIns="91440" bIns="45720">
            <a:spAutoFit/>
          </a:bodyPr>
          <a:lstStyle/>
          <a:p>
            <a:r>
              <a:rPr lang="en-US" sz="440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Lesson Preparation</a:t>
            </a:r>
            <a:endParaRPr lang="en-US" sz="3200" b="0" cap="none" spc="0">
              <a:ln w="0"/>
              <a:solidFill>
                <a:srgbClr val="233A17"/>
              </a:solidFill>
              <a:effectLst>
                <a:outerShdw blurRad="50800" dist="38100" dir="2700000" algn="tl" rotWithShape="0">
                  <a:prstClr val="black">
                    <a:alpha val="40000"/>
                  </a:prstClr>
                </a:outerShdw>
              </a:effectLst>
              <a:latin typeface="Berlin Sans FB Demi" panose="020E0802020502020306" pitchFamily="34" charset="0"/>
            </a:endParaRPr>
          </a:p>
        </p:txBody>
      </p:sp>
      <p:sp>
        <p:nvSpPr>
          <p:cNvPr id="6" name="Rectangle 5">
            <a:extLst>
              <a:ext uri="{FF2B5EF4-FFF2-40B4-BE49-F238E27FC236}">
                <a16:creationId xmlns:a16="http://schemas.microsoft.com/office/drawing/2014/main" id="{73E62CC9-1B28-18A7-CC52-50EB57FDE7EA}"/>
              </a:ext>
            </a:extLst>
          </p:cNvPr>
          <p:cNvSpPr/>
          <p:nvPr/>
        </p:nvSpPr>
        <p:spPr>
          <a:xfrm>
            <a:off x="557412" y="1301466"/>
            <a:ext cx="8491338" cy="3275064"/>
          </a:xfrm>
          <a:prstGeom prst="rect">
            <a:avLst/>
          </a:prstGeom>
          <a:noFill/>
        </p:spPr>
        <p:txBody>
          <a:bodyPr wrap="square" lIns="91440" tIns="45720" rIns="91440" bIns="45720">
            <a:spAutoFit/>
          </a:bodyPr>
          <a:lstStyle/>
          <a:p>
            <a:pPr>
              <a:lnSpc>
                <a:spcPts val="2500"/>
              </a:lnSpc>
            </a:pPr>
            <a:r>
              <a:rPr lang="en-US" sz="2000" b="1" cap="none" spc="0">
                <a:ln w="0"/>
                <a:solidFill>
                  <a:srgbClr val="233A17"/>
                </a:solidFill>
                <a:latin typeface="Aptos" panose="020B0004020202020204" pitchFamily="34" charset="0"/>
              </a:rPr>
              <a:t>Before you start:</a:t>
            </a:r>
          </a:p>
          <a:p>
            <a:pPr marL="628650" lvl="1" indent="-180975">
              <a:lnSpc>
                <a:spcPts val="2500"/>
              </a:lnSpc>
              <a:buFont typeface="Wingdings" panose="05000000000000000000" pitchFamily="2" charset="2"/>
              <a:buChar char="§"/>
            </a:pPr>
            <a:r>
              <a:rPr lang="en-US" sz="1600">
                <a:ln w="0"/>
                <a:solidFill>
                  <a:srgbClr val="233A17"/>
                </a:solidFill>
                <a:latin typeface="Aptos" panose="020B0004020202020204" pitchFamily="34" charset="0"/>
              </a:rPr>
              <a:t>Have a go at creating the game with Blossom yourself, if you run into any issues, reach out!</a:t>
            </a:r>
          </a:p>
          <a:p>
            <a:pPr marL="628650" lvl="1" indent="-180975">
              <a:lnSpc>
                <a:spcPts val="2500"/>
              </a:lnSpc>
              <a:buFont typeface="Wingdings" panose="05000000000000000000" pitchFamily="2" charset="2"/>
              <a:buChar char="§"/>
            </a:pPr>
            <a:r>
              <a:rPr lang="en-US" sz="1600" err="1">
                <a:ln w="0"/>
                <a:solidFill>
                  <a:srgbClr val="233A17"/>
                </a:solidFill>
                <a:latin typeface="Aptos" panose="020B0004020202020204" pitchFamily="34" charset="0"/>
              </a:rPr>
              <a:t>Familiarise</a:t>
            </a:r>
            <a:r>
              <a:rPr lang="en-US" sz="1600">
                <a:ln w="0"/>
                <a:solidFill>
                  <a:srgbClr val="233A17"/>
                </a:solidFill>
                <a:latin typeface="Aptos" panose="020B0004020202020204" pitchFamily="34" charset="0"/>
              </a:rPr>
              <a:t> yourself with the Blossom game, it should be easy to understand and encourage the students to play with each other for a few minutes (great metacognitive opportunities, understanding why they give instructions)</a:t>
            </a:r>
          </a:p>
          <a:p>
            <a:pPr marL="628650" lvl="1" indent="-180975">
              <a:lnSpc>
                <a:spcPts val="2500"/>
              </a:lnSpc>
              <a:buFont typeface="Wingdings" panose="05000000000000000000" pitchFamily="2" charset="2"/>
              <a:buChar char="§"/>
            </a:pPr>
            <a:r>
              <a:rPr lang="en-US" sz="1600">
                <a:ln w="0"/>
                <a:solidFill>
                  <a:srgbClr val="233A17"/>
                </a:solidFill>
                <a:latin typeface="Aptos" panose="020B0004020202020204" pitchFamily="34" charset="0"/>
              </a:rPr>
              <a:t>OPTIONAL: run a digital technologies/art class where children build their own Blossom skins in paint, </a:t>
            </a:r>
            <a:r>
              <a:rPr lang="en-US" sz="1600" err="1">
                <a:ln w="0"/>
                <a:solidFill>
                  <a:srgbClr val="233A17"/>
                </a:solidFill>
                <a:latin typeface="Aptos" panose="020B0004020202020204" pitchFamily="34" charset="0"/>
              </a:rPr>
              <a:t>canva</a:t>
            </a:r>
            <a:r>
              <a:rPr lang="en-US" sz="1600">
                <a:ln w="0"/>
                <a:solidFill>
                  <a:srgbClr val="233A17"/>
                </a:solidFill>
                <a:latin typeface="Aptos" panose="020B0004020202020204" pitchFamily="34" charset="0"/>
              </a:rPr>
              <a:t> or other digital art platform of choice (you are welcome to use the skins we send but children may enjoy creating their own)</a:t>
            </a:r>
          </a:p>
          <a:p>
            <a:pPr marL="457200" indent="-457200">
              <a:lnSpc>
                <a:spcPts val="2500"/>
              </a:lnSpc>
              <a:buFont typeface="Arial" panose="020B0604020202020204" pitchFamily="34" charset="0"/>
              <a:buChar char="•"/>
            </a:pPr>
            <a:endParaRPr lang="en-US" sz="1600" b="0" cap="none" spc="0">
              <a:ln w="0"/>
              <a:solidFill>
                <a:srgbClr val="233A17"/>
              </a:solidFill>
              <a:latin typeface="Aptos" panose="020B0004020202020204" pitchFamily="34" charset="0"/>
            </a:endParaRPr>
          </a:p>
        </p:txBody>
      </p:sp>
    </p:spTree>
    <p:extLst>
      <p:ext uri="{BB962C8B-B14F-4D97-AF65-F5344CB8AC3E}">
        <p14:creationId xmlns:p14="http://schemas.microsoft.com/office/powerpoint/2010/main" val="2790588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D34893-8AE8-5BFE-E072-C31954F6C076}"/>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7" name="Text Placeholder 2">
            <a:extLst>
              <a:ext uri="{FF2B5EF4-FFF2-40B4-BE49-F238E27FC236}">
                <a16:creationId xmlns:a16="http://schemas.microsoft.com/office/drawing/2014/main" id="{1123B11A-1646-BCAB-265A-0C82AA3D20CD}"/>
              </a:ext>
            </a:extLst>
          </p:cNvPr>
          <p:cNvSpPr>
            <a:spLocks noGrp="1"/>
          </p:cNvSpPr>
          <p:nvPr>
            <p:ph type="body" sz="quarter" idx="13"/>
          </p:nvPr>
        </p:nvSpPr>
        <p:spPr>
          <a:xfrm>
            <a:off x="489396" y="675788"/>
            <a:ext cx="5505450" cy="952500"/>
          </a:xfrm>
        </p:spPr>
        <p:txBody>
          <a:bodyPr/>
          <a:lstStyle/>
          <a:p>
            <a:r>
              <a:rPr lang="en-AU"/>
              <a:t>Lesson 3 - Overview</a:t>
            </a:r>
          </a:p>
        </p:txBody>
      </p:sp>
      <p:sp>
        <p:nvSpPr>
          <p:cNvPr id="8" name="Text Placeholder 4">
            <a:extLst>
              <a:ext uri="{FF2B5EF4-FFF2-40B4-BE49-F238E27FC236}">
                <a16:creationId xmlns:a16="http://schemas.microsoft.com/office/drawing/2014/main" id="{DEC0E1BD-7849-F375-4DEA-618FC22075E8}"/>
              </a:ext>
            </a:extLst>
          </p:cNvPr>
          <p:cNvSpPr>
            <a:spLocks noGrp="1"/>
          </p:cNvSpPr>
          <p:nvPr>
            <p:ph type="body" sz="quarter" idx="14"/>
          </p:nvPr>
        </p:nvSpPr>
        <p:spPr>
          <a:xfrm>
            <a:off x="389870" y="1308022"/>
            <a:ext cx="9494359" cy="4414542"/>
          </a:xfrm>
          <a:prstGeom prst="rect">
            <a:avLst/>
          </a:prstGeom>
          <a:noFill/>
        </p:spPr>
        <p:txBody>
          <a:bodyPr vert="horz" wrap="square" lIns="91440" tIns="45720" rIns="91440" bIns="45720" rtlCol="0" anchor="t">
            <a:spAutoFit/>
          </a:bodyPr>
          <a:lstStyle/>
          <a:p>
            <a:pPr marL="457200" indent="-457200">
              <a:buFont typeface="Arial" panose="020B0604020202020204" pitchFamily="34" charset="0"/>
              <a:buChar char="•"/>
            </a:pPr>
            <a:r>
              <a:rPr lang="en-US" sz="2000"/>
              <a:t>Lesson 2 recap</a:t>
            </a:r>
            <a:r>
              <a:rPr lang="en-US" sz="2000" b="0" cap="none" spc="0">
                <a:ln w="0"/>
                <a:solidFill>
                  <a:srgbClr val="233A17"/>
                </a:solidFill>
              </a:rPr>
              <a:t> </a:t>
            </a:r>
            <a:r>
              <a:rPr lang="en-US" sz="2000" b="1" cap="none" spc="0">
                <a:ln w="0"/>
                <a:solidFill>
                  <a:srgbClr val="233A17"/>
                </a:solidFill>
              </a:rPr>
              <a:t>(</a:t>
            </a:r>
            <a:r>
              <a:rPr lang="en-US" sz="2000" b="1"/>
              <a:t>5</a:t>
            </a:r>
            <a:r>
              <a:rPr lang="en-US" sz="2000" b="1" cap="none" spc="0">
                <a:ln w="0"/>
                <a:solidFill>
                  <a:srgbClr val="233A17"/>
                </a:solidFill>
              </a:rPr>
              <a:t> minutes)</a:t>
            </a:r>
          </a:p>
          <a:p>
            <a:pPr marL="457200" indent="-457200"/>
            <a:r>
              <a:rPr lang="en-US" sz="2000"/>
              <a:t>Introduction: What is coding </a:t>
            </a:r>
            <a:r>
              <a:rPr lang="en-US" sz="2000" b="1"/>
              <a:t>(5 minutes)</a:t>
            </a:r>
          </a:p>
          <a:p>
            <a:pPr marL="457200" indent="-457200"/>
            <a:r>
              <a:rPr lang="en-US" sz="2000"/>
              <a:t>Play the Blossom guessing game with a friend </a:t>
            </a:r>
            <a:r>
              <a:rPr lang="en-US" sz="2000" b="1"/>
              <a:t>(5 minutes)</a:t>
            </a:r>
          </a:p>
          <a:p>
            <a:pPr marL="457200" indent="-457200"/>
            <a:r>
              <a:rPr lang="en-US" sz="2000">
                <a:latin typeface="Aptos"/>
              </a:rPr>
              <a:t>Code the game </a:t>
            </a:r>
            <a:r>
              <a:rPr lang="en-US" sz="2000" b="1">
                <a:latin typeface="Aptos"/>
              </a:rPr>
              <a:t>(45 minutes)</a:t>
            </a:r>
          </a:p>
          <a:p>
            <a:pPr marL="665203" lvl="1" indent="-457200">
              <a:buFont typeface="Arial" panose="020B0604020202020204" pitchFamily="34" charset="0"/>
              <a:buChar char="•"/>
            </a:pPr>
            <a:r>
              <a:rPr lang="en-US" sz="2000" b="1"/>
              <a:t>If-else statements</a:t>
            </a:r>
          </a:p>
          <a:p>
            <a:pPr marL="665203" lvl="1" indent="-457200">
              <a:buFont typeface="Arial" panose="020B0604020202020204" pitchFamily="34" charset="0"/>
              <a:buChar char="•"/>
            </a:pPr>
            <a:r>
              <a:rPr lang="en-US" sz="2000" b="1"/>
              <a:t>loops</a:t>
            </a:r>
          </a:p>
          <a:p>
            <a:pPr marL="665203" lvl="1" indent="-457200">
              <a:buFont typeface="Arial" panose="020B0604020202020204" pitchFamily="34" charset="0"/>
              <a:buChar char="•"/>
            </a:pPr>
            <a:r>
              <a:rPr lang="en-US" sz="2000"/>
              <a:t>Create your own blocks for nod and shake head</a:t>
            </a:r>
          </a:p>
          <a:p>
            <a:pPr marL="665203" lvl="1" indent="-457200">
              <a:buFont typeface="Arial" panose="020B0604020202020204" pitchFamily="34" charset="0"/>
              <a:buChar char="•"/>
            </a:pPr>
            <a:r>
              <a:rPr lang="en-US" sz="2000"/>
              <a:t>Code game </a:t>
            </a:r>
            <a:r>
              <a:rPr lang="en-AU" sz="2000"/>
              <a:t>the game</a:t>
            </a:r>
            <a:endParaRPr lang="en-US" sz="2000"/>
          </a:p>
          <a:p>
            <a:pPr marL="457200" indent="-457200"/>
            <a:r>
              <a:rPr lang="en-US" sz="2000"/>
              <a:t>Discussion: Why coding?</a:t>
            </a:r>
          </a:p>
          <a:p>
            <a:pPr marL="457200" indent="-457200"/>
            <a:r>
              <a:rPr lang="en-US" sz="2000"/>
              <a:t>Building Blossom’s base</a:t>
            </a:r>
          </a:p>
        </p:txBody>
      </p:sp>
    </p:spTree>
    <p:extLst>
      <p:ext uri="{BB962C8B-B14F-4D97-AF65-F5344CB8AC3E}">
        <p14:creationId xmlns:p14="http://schemas.microsoft.com/office/powerpoint/2010/main" val="3485535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4B65B4-C44D-7C32-4BBC-31F7D4A3E614}"/>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5" name="Text Placeholder 2">
            <a:extLst>
              <a:ext uri="{FF2B5EF4-FFF2-40B4-BE49-F238E27FC236}">
                <a16:creationId xmlns:a16="http://schemas.microsoft.com/office/drawing/2014/main" id="{6AF99E4E-0D5C-04CA-C40F-53FE2D2BC65A}"/>
              </a:ext>
            </a:extLst>
          </p:cNvPr>
          <p:cNvSpPr>
            <a:spLocks noGrp="1"/>
          </p:cNvSpPr>
          <p:nvPr>
            <p:ph type="body" sz="quarter" idx="13"/>
          </p:nvPr>
        </p:nvSpPr>
        <p:spPr>
          <a:xfrm>
            <a:off x="501873" y="625436"/>
            <a:ext cx="5873304" cy="952500"/>
          </a:xfrm>
        </p:spPr>
        <p:txBody>
          <a:bodyPr/>
          <a:lstStyle/>
          <a:p>
            <a:pPr>
              <a:lnSpc>
                <a:spcPts val="4000"/>
              </a:lnSpc>
              <a:spcBef>
                <a:spcPts val="0"/>
              </a:spcBef>
            </a:pPr>
            <a:r>
              <a:rPr lang="en-AU"/>
              <a:t>Lesson 3 – </a:t>
            </a:r>
            <a:br>
              <a:rPr lang="en-AU"/>
            </a:br>
            <a:r>
              <a:rPr lang="en-AU"/>
              <a:t>Learning objectives</a:t>
            </a:r>
          </a:p>
        </p:txBody>
      </p:sp>
      <p:sp>
        <p:nvSpPr>
          <p:cNvPr id="6" name="Text Placeholder 4">
            <a:extLst>
              <a:ext uri="{FF2B5EF4-FFF2-40B4-BE49-F238E27FC236}">
                <a16:creationId xmlns:a16="http://schemas.microsoft.com/office/drawing/2014/main" id="{4518DE7A-DC54-DA4B-6DE9-467E1F3F284F}"/>
              </a:ext>
            </a:extLst>
          </p:cNvPr>
          <p:cNvSpPr>
            <a:spLocks noGrp="1"/>
          </p:cNvSpPr>
          <p:nvPr>
            <p:ph type="body" sz="quarter" idx="14"/>
          </p:nvPr>
        </p:nvSpPr>
        <p:spPr>
          <a:xfrm>
            <a:off x="501873" y="1731757"/>
            <a:ext cx="9056906" cy="2220288"/>
          </a:xfrm>
          <a:prstGeom prst="rect">
            <a:avLst/>
          </a:prstGeom>
          <a:noFill/>
        </p:spPr>
        <p:txBody>
          <a:bodyPr wrap="square" lIns="91440" tIns="45720" rIns="91440" bIns="45720">
            <a:spAutoFit/>
          </a:bodyPr>
          <a:lstStyle/>
          <a:p>
            <a:pPr marL="0" indent="0">
              <a:buNone/>
            </a:pPr>
            <a:r>
              <a:rPr lang="en-US" b="1"/>
              <a:t>After </a:t>
            </a:r>
            <a:r>
              <a:rPr lang="en-US" b="1" cap="none" spc="0">
                <a:ln w="0"/>
                <a:solidFill>
                  <a:srgbClr val="233A17"/>
                </a:solidFill>
              </a:rPr>
              <a:t>this lesson, students will be able to:</a:t>
            </a:r>
          </a:p>
          <a:p>
            <a:pPr marL="457200" indent="-457200"/>
            <a:r>
              <a:rPr lang="en-US"/>
              <a:t>explain what coding is and why/where it is important to know,</a:t>
            </a:r>
          </a:p>
          <a:p>
            <a:pPr marL="457200" indent="-457200"/>
            <a:r>
              <a:rPr lang="en-US"/>
              <a:t>design algorithms involving multiple alternatives (branching) and iteration</a:t>
            </a:r>
          </a:p>
          <a:p>
            <a:pPr marL="457200" indent="-457200"/>
            <a:r>
              <a:rPr lang="en-US"/>
              <a:t>implement algorithms using visual programming, involving control structures (such as “if/then”)</a:t>
            </a:r>
          </a:p>
          <a:p>
            <a:pPr marL="0" indent="0">
              <a:buNone/>
            </a:pPr>
            <a:endParaRPr lang="en-US"/>
          </a:p>
        </p:txBody>
      </p:sp>
    </p:spTree>
    <p:extLst>
      <p:ext uri="{BB962C8B-B14F-4D97-AF65-F5344CB8AC3E}">
        <p14:creationId xmlns:p14="http://schemas.microsoft.com/office/powerpoint/2010/main" val="725145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4F37DC-5BAA-CE86-6E46-82084B87CA38}"/>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3" name="Text Placeholder 2">
            <a:extLst>
              <a:ext uri="{FF2B5EF4-FFF2-40B4-BE49-F238E27FC236}">
                <a16:creationId xmlns:a16="http://schemas.microsoft.com/office/drawing/2014/main" id="{9007315D-FBC3-890A-E2BB-3A777825064F}"/>
              </a:ext>
            </a:extLst>
          </p:cNvPr>
          <p:cNvSpPr>
            <a:spLocks noGrp="1"/>
          </p:cNvSpPr>
          <p:nvPr>
            <p:ph type="body" sz="quarter" idx="13"/>
          </p:nvPr>
        </p:nvSpPr>
        <p:spPr>
          <a:xfrm>
            <a:off x="489395" y="675788"/>
            <a:ext cx="6156333" cy="952500"/>
          </a:xfrm>
        </p:spPr>
        <p:txBody>
          <a:bodyPr/>
          <a:lstStyle/>
          <a:p>
            <a:r>
              <a:rPr lang="en-AU"/>
              <a:t>Lesson 3 -</a:t>
            </a:r>
          </a:p>
          <a:p>
            <a:r>
              <a:rPr lang="en-AU"/>
              <a:t>Student success criteria</a:t>
            </a:r>
          </a:p>
        </p:txBody>
      </p:sp>
      <p:sp>
        <p:nvSpPr>
          <p:cNvPr id="4" name="Text Placeholder 3">
            <a:extLst>
              <a:ext uri="{FF2B5EF4-FFF2-40B4-BE49-F238E27FC236}">
                <a16:creationId xmlns:a16="http://schemas.microsoft.com/office/drawing/2014/main" id="{A0C3465F-4FAE-FE4B-8079-80D9DA6E379E}"/>
              </a:ext>
            </a:extLst>
          </p:cNvPr>
          <p:cNvSpPr>
            <a:spLocks noGrp="1"/>
          </p:cNvSpPr>
          <p:nvPr>
            <p:ph type="body" sz="quarter" idx="14"/>
          </p:nvPr>
        </p:nvSpPr>
        <p:spPr/>
        <p:txBody>
          <a:bodyPr/>
          <a:lstStyle/>
          <a:p>
            <a:r>
              <a:rPr lang="en-AU"/>
              <a:t>I can … </a:t>
            </a:r>
          </a:p>
          <a:p>
            <a:endParaRPr lang="en-AU"/>
          </a:p>
          <a:p>
            <a:r>
              <a:rPr lang="en-AU" sz="2800" b="1">
                <a:highlight>
                  <a:srgbClr val="FFFF00"/>
                </a:highlight>
              </a:rPr>
              <a:t>Skip for now!!</a:t>
            </a:r>
          </a:p>
        </p:txBody>
      </p:sp>
    </p:spTree>
    <p:extLst>
      <p:ext uri="{BB962C8B-B14F-4D97-AF65-F5344CB8AC3E}">
        <p14:creationId xmlns:p14="http://schemas.microsoft.com/office/powerpoint/2010/main" val="16803316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BC60519-3D20-551C-1134-EBEDA4528689}"/>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6" name="Text Placeholder 5">
            <a:extLst>
              <a:ext uri="{FF2B5EF4-FFF2-40B4-BE49-F238E27FC236}">
                <a16:creationId xmlns:a16="http://schemas.microsoft.com/office/drawing/2014/main" id="{4DA2A84D-8DF5-F27D-7826-C68281A8840C}"/>
              </a:ext>
            </a:extLst>
          </p:cNvPr>
          <p:cNvSpPr>
            <a:spLocks noGrp="1"/>
          </p:cNvSpPr>
          <p:nvPr>
            <p:ph type="body" sz="quarter" idx="14"/>
          </p:nvPr>
        </p:nvSpPr>
        <p:spPr/>
        <p:txBody>
          <a:bodyPr/>
          <a:lstStyle/>
          <a:p>
            <a:endParaRPr lang="en-AU"/>
          </a:p>
        </p:txBody>
      </p:sp>
      <p:sp>
        <p:nvSpPr>
          <p:cNvPr id="4" name="Rectangle 3">
            <a:extLst>
              <a:ext uri="{FF2B5EF4-FFF2-40B4-BE49-F238E27FC236}">
                <a16:creationId xmlns:a16="http://schemas.microsoft.com/office/drawing/2014/main" id="{27E6A66C-BE03-3BC4-9044-0644AE40DD33}"/>
              </a:ext>
            </a:extLst>
          </p:cNvPr>
          <p:cNvSpPr/>
          <p:nvPr/>
        </p:nvSpPr>
        <p:spPr>
          <a:xfrm>
            <a:off x="500262" y="549236"/>
            <a:ext cx="6091038" cy="769441"/>
          </a:xfrm>
          <a:prstGeom prst="rect">
            <a:avLst/>
          </a:prstGeom>
          <a:noFill/>
        </p:spPr>
        <p:txBody>
          <a:bodyPr wrap="square" lIns="91440" tIns="45720" rIns="91440" bIns="45720">
            <a:spAutoFit/>
          </a:bodyPr>
          <a:lstStyle/>
          <a:p>
            <a:r>
              <a:rPr lang="en-US" sz="4400" b="0" cap="none" spc="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Recap Lesson 2</a:t>
            </a:r>
            <a:endParaRPr lang="en-US" sz="3200" b="0" cap="none" spc="0">
              <a:ln w="0"/>
              <a:solidFill>
                <a:srgbClr val="233A17"/>
              </a:solidFill>
              <a:effectLst>
                <a:outerShdw blurRad="50800" dist="38100" dir="2700000" algn="tl" rotWithShape="0">
                  <a:prstClr val="black">
                    <a:alpha val="40000"/>
                  </a:prstClr>
                </a:outerShdw>
              </a:effectLst>
              <a:highlight>
                <a:srgbClr val="FFFF00"/>
              </a:highlight>
              <a:latin typeface="Berlin Sans FB Demi" panose="020E0802020502020306" pitchFamily="34" charset="0"/>
            </a:endParaRPr>
          </a:p>
        </p:txBody>
      </p:sp>
    </p:spTree>
    <p:extLst>
      <p:ext uri="{BB962C8B-B14F-4D97-AF65-F5344CB8AC3E}">
        <p14:creationId xmlns:p14="http://schemas.microsoft.com/office/powerpoint/2010/main" val="543766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0C89A5-2C7E-C53F-5567-9CB6D0838DD8}"/>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3" name="Text Placeholder 2">
            <a:extLst>
              <a:ext uri="{FF2B5EF4-FFF2-40B4-BE49-F238E27FC236}">
                <a16:creationId xmlns:a16="http://schemas.microsoft.com/office/drawing/2014/main" id="{F3C30478-8E3F-8581-38DD-529CCFABD911}"/>
              </a:ext>
            </a:extLst>
          </p:cNvPr>
          <p:cNvSpPr>
            <a:spLocks noGrp="1"/>
          </p:cNvSpPr>
          <p:nvPr>
            <p:ph type="body" sz="quarter" idx="13"/>
          </p:nvPr>
        </p:nvSpPr>
        <p:spPr/>
        <p:txBody>
          <a:bodyPr/>
          <a:lstStyle/>
          <a:p>
            <a:r>
              <a:rPr lang="en-GB"/>
              <a:t>Control processes slide</a:t>
            </a:r>
            <a:endParaRPr lang="en-AU"/>
          </a:p>
        </p:txBody>
      </p:sp>
      <p:sp>
        <p:nvSpPr>
          <p:cNvPr id="4" name="Text Placeholder 3">
            <a:extLst>
              <a:ext uri="{FF2B5EF4-FFF2-40B4-BE49-F238E27FC236}">
                <a16:creationId xmlns:a16="http://schemas.microsoft.com/office/drawing/2014/main" id="{D69D19D7-EBE0-5847-D227-05CF838F52B0}"/>
              </a:ext>
            </a:extLst>
          </p:cNvPr>
          <p:cNvSpPr>
            <a:spLocks noGrp="1"/>
          </p:cNvSpPr>
          <p:nvPr>
            <p:ph type="body" sz="quarter" idx="14"/>
          </p:nvPr>
        </p:nvSpPr>
        <p:spPr/>
        <p:txBody>
          <a:bodyPr/>
          <a:lstStyle/>
          <a:p>
            <a:r>
              <a:rPr lang="en-GB"/>
              <a:t>The following slide should be familiar</a:t>
            </a:r>
          </a:p>
          <a:p>
            <a:r>
              <a:rPr lang="en-GB"/>
              <a:t>Explain to the students today we are focusing on the code part of the diagram</a:t>
            </a:r>
            <a:endParaRPr lang="en-AU"/>
          </a:p>
        </p:txBody>
      </p:sp>
    </p:spTree>
    <p:extLst>
      <p:ext uri="{BB962C8B-B14F-4D97-AF65-F5344CB8AC3E}">
        <p14:creationId xmlns:p14="http://schemas.microsoft.com/office/powerpoint/2010/main" val="241968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2F43F-5EC4-4D4E-FF22-EA74D1CBCD7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FC0EE3-EFBD-D638-AB79-F7FEDDD687DF}"/>
              </a:ext>
            </a:extLst>
          </p:cNvPr>
          <p:cNvSpPr>
            <a:spLocks noGrp="1"/>
          </p:cNvSpPr>
          <p:nvPr>
            <p:ph type="sldNum" sz="quarter" idx="12"/>
          </p:nvPr>
        </p:nvSpPr>
        <p:spPr/>
        <p:txBody>
          <a:bodyPr/>
          <a:lstStyle/>
          <a:p>
            <a:fld id="{B6F15528-21DE-4FAA-801E-634DDDAF4B2B}" type="slidenum">
              <a:rPr lang="en-AU" noProof="0" smtClean="0"/>
              <a:pPr/>
              <a:t>8</a:t>
            </a:fld>
            <a:endParaRPr lang="en-AU" noProof="0"/>
          </a:p>
        </p:txBody>
      </p:sp>
      <p:sp>
        <p:nvSpPr>
          <p:cNvPr id="3" name="Text Placeholder 2">
            <a:extLst>
              <a:ext uri="{FF2B5EF4-FFF2-40B4-BE49-F238E27FC236}">
                <a16:creationId xmlns:a16="http://schemas.microsoft.com/office/drawing/2014/main" id="{EA6F224C-5CA5-008D-9688-528867D0798A}"/>
              </a:ext>
            </a:extLst>
          </p:cNvPr>
          <p:cNvSpPr>
            <a:spLocks noGrp="1"/>
          </p:cNvSpPr>
          <p:nvPr>
            <p:ph type="body" sz="quarter" idx="13"/>
          </p:nvPr>
        </p:nvSpPr>
        <p:spPr>
          <a:xfrm>
            <a:off x="489396" y="549236"/>
            <a:ext cx="6033952" cy="952500"/>
          </a:xfrm>
        </p:spPr>
        <p:txBody>
          <a:bodyPr/>
          <a:lstStyle/>
          <a:p>
            <a:r>
              <a:rPr lang="en-AU" noProof="0"/>
              <a:t>Robot Control Process</a:t>
            </a:r>
          </a:p>
        </p:txBody>
      </p:sp>
      <p:sp>
        <p:nvSpPr>
          <p:cNvPr id="9" name="Arrow: Bent 8">
            <a:extLst>
              <a:ext uri="{FF2B5EF4-FFF2-40B4-BE49-F238E27FC236}">
                <a16:creationId xmlns:a16="http://schemas.microsoft.com/office/drawing/2014/main" id="{34D39B21-0999-53AC-4063-F3F98301F3ED}"/>
              </a:ext>
            </a:extLst>
          </p:cNvPr>
          <p:cNvSpPr/>
          <p:nvPr/>
        </p:nvSpPr>
        <p:spPr>
          <a:xfrm>
            <a:off x="2060169" y="2137546"/>
            <a:ext cx="850995" cy="1388883"/>
          </a:xfrm>
          <a:prstGeom prst="bentArrow">
            <a:avLst>
              <a:gd name="adj1" fmla="val 9667"/>
              <a:gd name="adj2" fmla="val 13963"/>
              <a:gd name="adj3" fmla="val 37589"/>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14" name="Arrow: Bent 13">
            <a:extLst>
              <a:ext uri="{FF2B5EF4-FFF2-40B4-BE49-F238E27FC236}">
                <a16:creationId xmlns:a16="http://schemas.microsoft.com/office/drawing/2014/main" id="{E3C9975E-92EA-5A70-E8CC-314C8D57F9C2}"/>
              </a:ext>
            </a:extLst>
          </p:cNvPr>
          <p:cNvSpPr/>
          <p:nvPr/>
        </p:nvSpPr>
        <p:spPr>
          <a:xfrm rot="5400000">
            <a:off x="6734672" y="1269559"/>
            <a:ext cx="904900" cy="296149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3" name="Text Placeholder 3">
            <a:extLst>
              <a:ext uri="{FF2B5EF4-FFF2-40B4-BE49-F238E27FC236}">
                <a16:creationId xmlns:a16="http://schemas.microsoft.com/office/drawing/2014/main" id="{135F4F10-8A36-6C10-014F-F709425D37F0}"/>
              </a:ext>
            </a:extLst>
          </p:cNvPr>
          <p:cNvSpPr txBox="1">
            <a:spLocks/>
          </p:cNvSpPr>
          <p:nvPr/>
        </p:nvSpPr>
        <p:spPr>
          <a:xfrm>
            <a:off x="-146665" y="2188303"/>
            <a:ext cx="2208615" cy="138155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buFont typeface="Arial" pitchFamily="34" charset="0"/>
              <a:buNone/>
            </a:pPr>
            <a:r>
              <a:rPr lang="en-AU" sz="2400" noProof="0">
                <a:latin typeface="Berlin Sans FB" panose="020E0602020502020306" pitchFamily="34" charset="0"/>
              </a:rPr>
              <a:t>information from environment</a:t>
            </a:r>
          </a:p>
        </p:txBody>
      </p:sp>
      <p:sp>
        <p:nvSpPr>
          <p:cNvPr id="24" name="Arrow: Bent 23">
            <a:extLst>
              <a:ext uri="{FF2B5EF4-FFF2-40B4-BE49-F238E27FC236}">
                <a16:creationId xmlns:a16="http://schemas.microsoft.com/office/drawing/2014/main" id="{88A13A69-9CFC-2699-12DC-FC7C68C907A8}"/>
              </a:ext>
            </a:extLst>
          </p:cNvPr>
          <p:cNvSpPr/>
          <p:nvPr/>
        </p:nvSpPr>
        <p:spPr>
          <a:xfrm rot="11683058">
            <a:off x="7488427" y="4429788"/>
            <a:ext cx="1284862" cy="985443"/>
          </a:xfrm>
          <a:prstGeom prst="bentArrow">
            <a:avLst>
              <a:gd name="adj1" fmla="val 11013"/>
              <a:gd name="adj2" fmla="val 15909"/>
              <a:gd name="adj3" fmla="val 42484"/>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sp>
        <p:nvSpPr>
          <p:cNvPr id="25" name="Text Placeholder 3">
            <a:extLst>
              <a:ext uri="{FF2B5EF4-FFF2-40B4-BE49-F238E27FC236}">
                <a16:creationId xmlns:a16="http://schemas.microsoft.com/office/drawing/2014/main" id="{2CA0A55F-BBAA-D97C-56A8-6CC2DBDA82AB}"/>
              </a:ext>
            </a:extLst>
          </p:cNvPr>
          <p:cNvSpPr txBox="1">
            <a:spLocks/>
          </p:cNvSpPr>
          <p:nvPr/>
        </p:nvSpPr>
        <p:spPr>
          <a:xfrm>
            <a:off x="5750296" y="1874378"/>
            <a:ext cx="3087531" cy="452012"/>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600"/>
              </a:lnSpc>
              <a:spcBef>
                <a:spcPts val="0"/>
              </a:spcBef>
              <a:buFont typeface="Arial" pitchFamily="34" charset="0"/>
              <a:buNone/>
            </a:pPr>
            <a:r>
              <a:rPr lang="en-AU" sz="2400">
                <a:latin typeface="Berlin Sans FB" panose="020E0602020502020306" pitchFamily="34" charset="0"/>
              </a:rPr>
              <a:t>set motor position</a:t>
            </a:r>
            <a:endParaRPr lang="en-AU" sz="2400" noProof="0">
              <a:latin typeface="Berlin Sans FB" panose="020E0602020502020306" pitchFamily="34" charset="0"/>
            </a:endParaRPr>
          </a:p>
        </p:txBody>
      </p:sp>
      <p:sp>
        <p:nvSpPr>
          <p:cNvPr id="31" name="Text Placeholder 3">
            <a:extLst>
              <a:ext uri="{FF2B5EF4-FFF2-40B4-BE49-F238E27FC236}">
                <a16:creationId xmlns:a16="http://schemas.microsoft.com/office/drawing/2014/main" id="{0FEFB594-1546-3117-2EB0-CD9224E4D061}"/>
              </a:ext>
            </a:extLst>
          </p:cNvPr>
          <p:cNvSpPr txBox="1">
            <a:spLocks/>
          </p:cNvSpPr>
          <p:nvPr/>
        </p:nvSpPr>
        <p:spPr>
          <a:xfrm>
            <a:off x="600687" y="5971357"/>
            <a:ext cx="3190360"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gn="r">
              <a:lnSpc>
                <a:spcPts val="2100"/>
              </a:lnSpc>
              <a:buFont typeface="Arial" pitchFamily="34" charset="0"/>
              <a:buNone/>
            </a:pPr>
            <a:r>
              <a:rPr lang="en-AU" sz="2800" noProof="0"/>
              <a:t>Input     </a:t>
            </a:r>
            <a:r>
              <a:rPr lang="en-AU" sz="2800" noProof="0">
                <a:noFill/>
              </a:rPr>
              <a:t>.</a:t>
            </a:r>
            <a:br>
              <a:rPr lang="en-AU" sz="2400" noProof="0">
                <a:noFill/>
              </a:rPr>
            </a:br>
            <a:r>
              <a:rPr lang="en-AU" sz="2000">
                <a:latin typeface="Berlin Sans FB" panose="020E0602020502020306" pitchFamily="34" charset="0"/>
              </a:rPr>
              <a:t>(hand approaching)</a:t>
            </a:r>
            <a:endParaRPr lang="en-AU" sz="2000" noProof="0">
              <a:latin typeface="Berlin Sans FB" panose="020E0602020502020306" pitchFamily="34" charset="0"/>
            </a:endParaRPr>
          </a:p>
        </p:txBody>
      </p:sp>
      <p:sp>
        <p:nvSpPr>
          <p:cNvPr id="44" name="Arrow: Bent 43">
            <a:extLst>
              <a:ext uri="{FF2B5EF4-FFF2-40B4-BE49-F238E27FC236}">
                <a16:creationId xmlns:a16="http://schemas.microsoft.com/office/drawing/2014/main" id="{5502D4D1-BA66-684D-D356-324B56736565}"/>
              </a:ext>
            </a:extLst>
          </p:cNvPr>
          <p:cNvSpPr/>
          <p:nvPr/>
        </p:nvSpPr>
        <p:spPr>
          <a:xfrm rot="16200000">
            <a:off x="2161664" y="4985992"/>
            <a:ext cx="766639" cy="985443"/>
          </a:xfrm>
          <a:prstGeom prst="bentArrow">
            <a:avLst>
              <a:gd name="adj1" fmla="val 9100"/>
              <a:gd name="adj2" fmla="val 12082"/>
              <a:gd name="adj3" fmla="val 31005"/>
              <a:gd name="adj4" fmla="val 5214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solidFill>
                <a:schemeClr val="tx1"/>
              </a:solidFill>
            </a:endParaRPr>
          </a:p>
        </p:txBody>
      </p:sp>
      <p:pic>
        <p:nvPicPr>
          <p:cNvPr id="5" name="Picture 4">
            <a:extLst>
              <a:ext uri="{FF2B5EF4-FFF2-40B4-BE49-F238E27FC236}">
                <a16:creationId xmlns:a16="http://schemas.microsoft.com/office/drawing/2014/main" id="{DD591F7D-C0E9-1814-4BC8-0012FF759E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3402" y="5224587"/>
            <a:ext cx="1340467" cy="1340467"/>
          </a:xfrm>
          <a:prstGeom prst="rect">
            <a:avLst/>
          </a:prstGeom>
        </p:spPr>
      </p:pic>
      <p:pic>
        <p:nvPicPr>
          <p:cNvPr id="20" name="Picture 19">
            <a:extLst>
              <a:ext uri="{FF2B5EF4-FFF2-40B4-BE49-F238E27FC236}">
                <a16:creationId xmlns:a16="http://schemas.microsoft.com/office/drawing/2014/main" id="{15438F92-537B-D1C8-6C56-7B83068261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74114">
            <a:off x="401579" y="3590324"/>
            <a:ext cx="2560833" cy="1446871"/>
          </a:xfrm>
          <a:prstGeom prst="rect">
            <a:avLst/>
          </a:prstGeom>
        </p:spPr>
      </p:pic>
      <p:sp>
        <p:nvSpPr>
          <p:cNvPr id="26" name="Text Placeholder 3">
            <a:extLst>
              <a:ext uri="{FF2B5EF4-FFF2-40B4-BE49-F238E27FC236}">
                <a16:creationId xmlns:a16="http://schemas.microsoft.com/office/drawing/2014/main" id="{C7943BD9-94B2-1C2B-5E64-B9E9F82C8D01}"/>
              </a:ext>
            </a:extLst>
          </p:cNvPr>
          <p:cNvSpPr>
            <a:spLocks noGrp="1"/>
          </p:cNvSpPr>
          <p:nvPr>
            <p:ph type="body" sz="quarter" idx="14"/>
          </p:nvPr>
        </p:nvSpPr>
        <p:spPr>
          <a:xfrm>
            <a:off x="54076" y="4972252"/>
            <a:ext cx="2208615" cy="766639"/>
          </a:xfrm>
        </p:spPr>
        <p:txBody>
          <a:bodyPr/>
          <a:lstStyle/>
          <a:p>
            <a:pPr marL="0" indent="0" algn="ctr">
              <a:lnSpc>
                <a:spcPts val="2900"/>
              </a:lnSpc>
              <a:buNone/>
            </a:pPr>
            <a:r>
              <a:rPr lang="en-AU">
                <a:latin typeface="Berlin Sans FB Demi" panose="020E0802020502020306" pitchFamily="34" charset="0"/>
              </a:rPr>
              <a:t> ultrasonic sensor</a:t>
            </a:r>
          </a:p>
        </p:txBody>
      </p:sp>
      <p:pic>
        <p:nvPicPr>
          <p:cNvPr id="28" name="Picture 27">
            <a:extLst>
              <a:ext uri="{FF2B5EF4-FFF2-40B4-BE49-F238E27FC236}">
                <a16:creationId xmlns:a16="http://schemas.microsoft.com/office/drawing/2014/main" id="{D1D75E12-494E-4EE8-F480-3E23501E0D95}"/>
              </a:ext>
            </a:extLst>
          </p:cNvPr>
          <p:cNvPicPr>
            <a:picLocks noChangeAspect="1"/>
          </p:cNvPicPr>
          <p:nvPr/>
        </p:nvPicPr>
        <p:blipFill>
          <a:blip r:embed="rId5">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51205" b="94805" l="9974" r="89983">
                        <a14:foregroundMark x1="30460" y1="53602" x2="64874" y2="55445"/>
                        <a14:foregroundMark x1="12099" y1="52618" x2="30304" y2="53593"/>
                        <a14:foregroundMark x1="64874" y1="55445" x2="79445" y2="54863"/>
                        <a14:foregroundMark x1="69829" y1="54231" x2="63010" y2="53782"/>
                        <a14:foregroundMark x1="79445" y1="54863" x2="69832" y2="54231"/>
                        <a14:foregroundMark x1="17953" y1="51455" x2="26279" y2="53325"/>
                        <a14:foregroundMark x1="21162" y1="51205" x2="27277" y2="53117"/>
                        <a14:foregroundMark x1="82871" y1="55694" x2="72810" y2="53782"/>
                        <a14:foregroundMark x1="11622" y1="53325" x2="20165" y2="51455"/>
                        <a14:foregroundMark x1="15785" y1="51704" x2="27537" y2="54738"/>
                        <a14:foregroundMark x1="73807" y1="70698" x2="77233" y2="76309"/>
                        <a14:foregroundMark x1="42194" y1="72111" x2="43192" y2="77722"/>
                        <a14:foregroundMark x1="19688" y1="81255" x2="26279" y2="81505"/>
                        <a14:foregroundMark x1="76973" y1="72818" x2="76496" y2="81712"/>
                        <a14:foregroundMark x1="75022" y1="72818" x2="75022" y2="77722"/>
                        <a14:foregroundMark x1="77233" y1="75644" x2="73547" y2="73982"/>
                        <a14:foregroundMark x1="78448" y1="77972" x2="71119" y2="69534"/>
                        <a14:foregroundMark x1="74761" y1="78221" x2="78187" y2="69992"/>
                        <a14:foregroundMark x1="76236" y1="74231" x2="77450" y2="75644"/>
                        <a14:foregroundMark x1="76496" y1="74688" x2="76496" y2="74688"/>
                        <a14:foregroundMark x1="76496" y1="74688" x2="76496" y2="74688"/>
                        <a14:foregroundMark x1="76496" y1="74688" x2="76496" y2="74688"/>
                        <a14:foregroundMark x1="76496" y1="74688" x2="76496" y2="74688"/>
                        <a14:foregroundMark x1="76496" y1="74688" x2="76496" y2="74688"/>
                        <a14:foregroundMark x1="76496" y1="74688" x2="76496" y2="74688"/>
                        <a14:foregroundMark x1="75759" y1="74439" x2="77710" y2="76101"/>
                        <a14:foregroundMark x1="75282" y1="78221" x2="75282" y2="68579"/>
                        <a14:foregroundMark x1="79185" y1="81006" x2="73070" y2="55195"/>
                        <a14:foregroundMark x1="81873" y1="55195" x2="74761" y2="55445"/>
                        <a14:backgroundMark x1="29965" y1="88071" x2="59714" y2="87988"/>
                        <a14:backgroundMark x1="59714" y1="87988" x2="87988" y2="88071"/>
                        <a14:backgroundMark x1="39983" y1="52161" x2="38985" y2="48670"/>
                        <a14:backgroundMark x1="49263" y1="52868" x2="49046" y2="49377"/>
                        <a14:backgroundMark x1="53946" y1="52868" x2="55898" y2="48421"/>
                        <a14:backgroundMark x1="30182" y1="51455" x2="29445" y2="47465"/>
                        <a14:backgroundMark x1="30659" y1="54738" x2="29922" y2="51704"/>
                        <a14:backgroundMark x1="74761" y1="53117" x2="71075" y2="50540"/>
                        <a14:backgroundMark x1="69601" y1="52411" x2="70078" y2="49834"/>
                        <a14:backgroundMark x1="69601" y1="53574" x2="69341" y2="51704"/>
                        <a14:backgroundMark x1="74501" y1="50083" x2="76193" y2="46800"/>
                        <a14:backgroundMark x1="77667" y1="49834" x2="39722" y2="48171"/>
                        <a14:backgroundMark x1="39722" y1="48171" x2="58586" y2="52618"/>
                        <a14:backgroundMark x1="58586" y1="52618" x2="72680" y2="52161"/>
                        <a14:backgroundMark x1="72680" y1="52161" x2="75239" y2="52161"/>
                      </a14:backgroundRemoval>
                    </a14:imgEffect>
                  </a14:imgLayer>
                </a14:imgProps>
              </a:ext>
              <a:ext uri="{28A0092B-C50C-407E-A947-70E740481C1C}">
                <a14:useLocalDpi xmlns:a14="http://schemas.microsoft.com/office/drawing/2010/main" val="0"/>
              </a:ext>
            </a:extLst>
          </a:blip>
          <a:srcRect l="6594" t="48131" r="11074" b="11275"/>
          <a:stretch>
            <a:fillRect/>
          </a:stretch>
        </p:blipFill>
        <p:spPr>
          <a:xfrm>
            <a:off x="2771480" y="1301309"/>
            <a:ext cx="3169861" cy="1630692"/>
          </a:xfrm>
          <a:prstGeom prst="rect">
            <a:avLst/>
          </a:prstGeom>
        </p:spPr>
      </p:pic>
      <p:pic>
        <p:nvPicPr>
          <p:cNvPr id="10" name="Picture 9" descr="A green and blue device with wires&#10;&#10;AI-generated content may be incorrect.">
            <a:extLst>
              <a:ext uri="{FF2B5EF4-FFF2-40B4-BE49-F238E27FC236}">
                <a16:creationId xmlns:a16="http://schemas.microsoft.com/office/drawing/2014/main" id="{F8477502-A707-8944-AAE9-30C33EE0A67C}"/>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34" b="89980" l="9974" r="89939">
                        <a14:foregroundMark x1="47682" y1="10020" x2="31146" y2="11636"/>
                        <a14:foregroundMark x1="55381" y1="3434" x2="27559" y2="3434"/>
                      </a14:backgroundRemoval>
                    </a14:imgEffect>
                  </a14:imgLayer>
                </a14:imgProps>
              </a:ext>
              <a:ext uri="{28A0092B-C50C-407E-A947-70E740481C1C}">
                <a14:useLocalDpi xmlns:a14="http://schemas.microsoft.com/office/drawing/2010/main" val="0"/>
              </a:ext>
            </a:extLst>
          </a:blip>
          <a:stretch>
            <a:fillRect/>
          </a:stretch>
        </p:blipFill>
        <p:spPr>
          <a:xfrm rot="16200000">
            <a:off x="8434436" y="1909845"/>
            <a:ext cx="1592080" cy="3448278"/>
          </a:xfrm>
          <a:prstGeom prst="rect">
            <a:avLst/>
          </a:prstGeom>
        </p:spPr>
      </p:pic>
      <p:sp>
        <p:nvSpPr>
          <p:cNvPr id="11" name="Text Placeholder 3">
            <a:extLst>
              <a:ext uri="{FF2B5EF4-FFF2-40B4-BE49-F238E27FC236}">
                <a16:creationId xmlns:a16="http://schemas.microsoft.com/office/drawing/2014/main" id="{7BED3CE6-2FE5-3447-2887-66D81CCB136F}"/>
              </a:ext>
            </a:extLst>
          </p:cNvPr>
          <p:cNvSpPr txBox="1">
            <a:spLocks/>
          </p:cNvSpPr>
          <p:nvPr/>
        </p:nvSpPr>
        <p:spPr>
          <a:xfrm>
            <a:off x="8522841" y="4039815"/>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motor</a:t>
            </a:r>
          </a:p>
        </p:txBody>
      </p:sp>
      <p:pic>
        <p:nvPicPr>
          <p:cNvPr id="12" name="Picture 11">
            <a:extLst>
              <a:ext uri="{FF2B5EF4-FFF2-40B4-BE49-F238E27FC236}">
                <a16:creationId xmlns:a16="http://schemas.microsoft.com/office/drawing/2014/main" id="{1448B967-4C72-310D-56E1-746DBA890F9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9441" b="95455" l="37167" r="60917">
                        <a14:foregroundMark x1="37167" y1="20455" x2="38750" y2="22902"/>
                        <a14:foregroundMark x1="60833" y1="12762" x2="60917" y2="16783"/>
                        <a14:foregroundMark x1="56083" y1="12937" x2="59667" y2="12937"/>
                        <a14:foregroundMark x1="37250" y1="16783" x2="39750" y2="16608"/>
                        <a14:foregroundMark x1="43917" y1="92308" x2="52083" y2="92308"/>
                        <a14:foregroundMark x1="52083" y1="92308" x2="59833" y2="92133"/>
                        <a14:foregroundMark x1="50000" y1="37587" x2="51250" y2="41084"/>
                        <a14:foregroundMark x1="53917" y1="29196" x2="54417" y2="32168"/>
                        <a14:foregroundMark x1="45000" y1="31643" x2="47000" y2="34965"/>
                        <a14:foregroundMark x1="45750" y1="94930" x2="49583" y2="95455"/>
                        <a14:foregroundMark x1="60167" y1="94406" x2="59250" y2="94755"/>
                      </a14:backgroundRemoval>
                    </a14:imgEffect>
                  </a14:imgLayer>
                </a14:imgProps>
              </a:ext>
              <a:ext uri="{28A0092B-C50C-407E-A947-70E740481C1C}">
                <a14:useLocalDpi xmlns:a14="http://schemas.microsoft.com/office/drawing/2010/main" val="0"/>
              </a:ext>
            </a:extLst>
          </a:blip>
          <a:srcRect l="35506" r="36599"/>
          <a:stretch>
            <a:fillRect/>
          </a:stretch>
        </p:blipFill>
        <p:spPr>
          <a:xfrm>
            <a:off x="6217409" y="3951132"/>
            <a:ext cx="1289987" cy="2204347"/>
          </a:xfrm>
          <a:prstGeom prst="rect">
            <a:avLst/>
          </a:prstGeom>
        </p:spPr>
      </p:pic>
      <p:sp>
        <p:nvSpPr>
          <p:cNvPr id="13" name="Text Placeholder 3">
            <a:extLst>
              <a:ext uri="{FF2B5EF4-FFF2-40B4-BE49-F238E27FC236}">
                <a16:creationId xmlns:a16="http://schemas.microsoft.com/office/drawing/2014/main" id="{B834673C-62F2-605E-DBBD-D988F061F0EB}"/>
              </a:ext>
            </a:extLst>
          </p:cNvPr>
          <p:cNvSpPr txBox="1">
            <a:spLocks/>
          </p:cNvSpPr>
          <p:nvPr/>
        </p:nvSpPr>
        <p:spPr>
          <a:xfrm>
            <a:off x="5850184" y="6042990"/>
            <a:ext cx="306828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400" noProof="0"/>
              <a:t>Blossom moves</a:t>
            </a:r>
          </a:p>
        </p:txBody>
      </p:sp>
      <p:sp>
        <p:nvSpPr>
          <p:cNvPr id="15" name="Text Placeholder 3">
            <a:extLst>
              <a:ext uri="{FF2B5EF4-FFF2-40B4-BE49-F238E27FC236}">
                <a16:creationId xmlns:a16="http://schemas.microsoft.com/office/drawing/2014/main" id="{3B559B3B-011F-AD53-A7B8-3AC2B374972E}"/>
              </a:ext>
            </a:extLst>
          </p:cNvPr>
          <p:cNvSpPr txBox="1">
            <a:spLocks/>
          </p:cNvSpPr>
          <p:nvPr/>
        </p:nvSpPr>
        <p:spPr>
          <a:xfrm>
            <a:off x="4658942" y="2645082"/>
            <a:ext cx="1961164"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computer</a:t>
            </a:r>
          </a:p>
        </p:txBody>
      </p:sp>
      <p:pic>
        <p:nvPicPr>
          <p:cNvPr id="16" name="Picture 15">
            <a:extLst>
              <a:ext uri="{FF2B5EF4-FFF2-40B4-BE49-F238E27FC236}">
                <a16:creationId xmlns:a16="http://schemas.microsoft.com/office/drawing/2014/main" id="{1BF74FD8-298A-7574-EC3E-251E71E3494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345717" y="3816075"/>
            <a:ext cx="1098274" cy="1098274"/>
          </a:xfrm>
          <a:prstGeom prst="rect">
            <a:avLst/>
          </a:prstGeom>
        </p:spPr>
      </p:pic>
      <p:sp>
        <p:nvSpPr>
          <p:cNvPr id="17" name="Text Placeholder 3">
            <a:extLst>
              <a:ext uri="{FF2B5EF4-FFF2-40B4-BE49-F238E27FC236}">
                <a16:creationId xmlns:a16="http://schemas.microsoft.com/office/drawing/2014/main" id="{6D200FA5-26B5-2205-2F0F-A9B5765B4919}"/>
              </a:ext>
            </a:extLst>
          </p:cNvPr>
          <p:cNvSpPr txBox="1">
            <a:spLocks/>
          </p:cNvSpPr>
          <p:nvPr/>
        </p:nvSpPr>
        <p:spPr>
          <a:xfrm>
            <a:off x="3415620" y="4670760"/>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sz="2800" noProof="0"/>
              <a:t>code</a:t>
            </a:r>
          </a:p>
        </p:txBody>
      </p:sp>
      <p:sp>
        <p:nvSpPr>
          <p:cNvPr id="18" name="Arrow: Up-Down 17">
            <a:extLst>
              <a:ext uri="{FF2B5EF4-FFF2-40B4-BE49-F238E27FC236}">
                <a16:creationId xmlns:a16="http://schemas.microsoft.com/office/drawing/2014/main" id="{DC60C500-959D-CD7C-3EB1-97BD4CC8ABF3}"/>
              </a:ext>
            </a:extLst>
          </p:cNvPr>
          <p:cNvSpPr/>
          <p:nvPr/>
        </p:nvSpPr>
        <p:spPr>
          <a:xfrm>
            <a:off x="3726466" y="2935655"/>
            <a:ext cx="98627" cy="952500"/>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p>
        </p:txBody>
      </p:sp>
      <p:sp>
        <p:nvSpPr>
          <p:cNvPr id="29" name="Text Placeholder 3">
            <a:extLst>
              <a:ext uri="{FF2B5EF4-FFF2-40B4-BE49-F238E27FC236}">
                <a16:creationId xmlns:a16="http://schemas.microsoft.com/office/drawing/2014/main" id="{6F5A3F99-C278-6680-4035-2014DA3B14CE}"/>
              </a:ext>
            </a:extLst>
          </p:cNvPr>
          <p:cNvSpPr txBox="1">
            <a:spLocks/>
          </p:cNvSpPr>
          <p:nvPr/>
        </p:nvSpPr>
        <p:spPr>
          <a:xfrm>
            <a:off x="3825092" y="3057828"/>
            <a:ext cx="2320939" cy="790393"/>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lnSpc>
                <a:spcPts val="2100"/>
              </a:lnSpc>
              <a:spcBef>
                <a:spcPts val="0"/>
              </a:spcBef>
              <a:buFont typeface="Arial" pitchFamily="34" charset="0"/>
              <a:buNone/>
            </a:pPr>
            <a:r>
              <a:rPr lang="en-AU" sz="2000" noProof="0">
                <a:latin typeface="Berlin Sans FB" panose="020E0602020502020306" pitchFamily="34" charset="0"/>
              </a:rPr>
              <a:t>interprets the sensor input and decides how to react</a:t>
            </a:r>
          </a:p>
        </p:txBody>
      </p:sp>
    </p:spTree>
    <p:extLst>
      <p:ext uri="{BB962C8B-B14F-4D97-AF65-F5344CB8AC3E}">
        <p14:creationId xmlns:p14="http://schemas.microsoft.com/office/powerpoint/2010/main" val="22120030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remove" nodeType="clickEffect">
                                  <p:stCondLst>
                                    <p:cond delay="0"/>
                                  </p:stCondLst>
                                  <p:childTnLst>
                                    <p:animRot by="120000">
                                      <p:cBhvr>
                                        <p:cTn id="6" dur="100" fill="hold">
                                          <p:stCondLst>
                                            <p:cond delay="0"/>
                                          </p:stCondLst>
                                        </p:cTn>
                                        <p:tgtEl>
                                          <p:spTgt spid="12"/>
                                        </p:tgtEl>
                                        <p:attrNameLst>
                                          <p:attrName>r</p:attrName>
                                        </p:attrNameLst>
                                      </p:cBhvr>
                                    </p:animRot>
                                    <p:animRot by="-240000">
                                      <p:cBhvr>
                                        <p:cTn id="7" dur="200" fill="hold">
                                          <p:stCondLst>
                                            <p:cond delay="200"/>
                                          </p:stCondLst>
                                        </p:cTn>
                                        <p:tgtEl>
                                          <p:spTgt spid="12"/>
                                        </p:tgtEl>
                                        <p:attrNameLst>
                                          <p:attrName>r</p:attrName>
                                        </p:attrNameLst>
                                      </p:cBhvr>
                                    </p:animRot>
                                    <p:animRot by="240000">
                                      <p:cBhvr>
                                        <p:cTn id="8" dur="200" fill="hold">
                                          <p:stCondLst>
                                            <p:cond delay="400"/>
                                          </p:stCondLst>
                                        </p:cTn>
                                        <p:tgtEl>
                                          <p:spTgt spid="12"/>
                                        </p:tgtEl>
                                        <p:attrNameLst>
                                          <p:attrName>r</p:attrName>
                                        </p:attrNameLst>
                                      </p:cBhvr>
                                    </p:animRot>
                                    <p:animRot by="-240000">
                                      <p:cBhvr>
                                        <p:cTn id="9" dur="200" fill="hold">
                                          <p:stCondLst>
                                            <p:cond delay="600"/>
                                          </p:stCondLst>
                                        </p:cTn>
                                        <p:tgtEl>
                                          <p:spTgt spid="12"/>
                                        </p:tgtEl>
                                        <p:attrNameLst>
                                          <p:attrName>r</p:attrName>
                                        </p:attrNameLst>
                                      </p:cBhvr>
                                    </p:animRot>
                                    <p:animRot by="120000">
                                      <p:cBhvr>
                                        <p:cTn id="10" dur="200" fill="hold">
                                          <p:stCondLst>
                                            <p:cond delay="8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0131A6-78C8-04C9-FC4A-F6F133C5AD74}"/>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3" name="Text Placeholder 2">
            <a:extLst>
              <a:ext uri="{FF2B5EF4-FFF2-40B4-BE49-F238E27FC236}">
                <a16:creationId xmlns:a16="http://schemas.microsoft.com/office/drawing/2014/main" id="{DFD6F7FC-174B-2BDC-434E-515974149957}"/>
              </a:ext>
            </a:extLst>
          </p:cNvPr>
          <p:cNvSpPr>
            <a:spLocks noGrp="1"/>
          </p:cNvSpPr>
          <p:nvPr>
            <p:ph type="body" sz="quarter" idx="13"/>
          </p:nvPr>
        </p:nvSpPr>
        <p:spPr/>
        <p:txBody>
          <a:bodyPr/>
          <a:lstStyle/>
          <a:p>
            <a:r>
              <a:rPr lang="en-GB"/>
              <a:t>Explaining coding</a:t>
            </a:r>
            <a:endParaRPr lang="en-AU"/>
          </a:p>
        </p:txBody>
      </p:sp>
      <p:sp>
        <p:nvSpPr>
          <p:cNvPr id="4" name="Text Placeholder 3">
            <a:extLst>
              <a:ext uri="{FF2B5EF4-FFF2-40B4-BE49-F238E27FC236}">
                <a16:creationId xmlns:a16="http://schemas.microsoft.com/office/drawing/2014/main" id="{D6DB2104-7ADE-8AA3-4A87-87AD5AA98C71}"/>
              </a:ext>
            </a:extLst>
          </p:cNvPr>
          <p:cNvSpPr>
            <a:spLocks noGrp="1"/>
          </p:cNvSpPr>
          <p:nvPr>
            <p:ph type="body" sz="quarter" idx="14"/>
          </p:nvPr>
        </p:nvSpPr>
        <p:spPr>
          <a:xfrm>
            <a:off x="494145" y="1451109"/>
            <a:ext cx="8922459" cy="3562350"/>
          </a:xfrm>
        </p:spPr>
        <p:txBody>
          <a:bodyPr/>
          <a:lstStyle/>
          <a:p>
            <a:r>
              <a:rPr lang="en-GB"/>
              <a:t>Coding can seem overwhelming to those that don’t have much exposure to it</a:t>
            </a:r>
          </a:p>
          <a:p>
            <a:r>
              <a:rPr lang="en-GB"/>
              <a:t>Its important to breakdown that barrier and explain coding in a simple way</a:t>
            </a:r>
          </a:p>
          <a:p>
            <a:pPr marL="0" indent="0">
              <a:buNone/>
            </a:pPr>
            <a:r>
              <a:rPr lang="en-GB" b="1"/>
              <a:t>Explain coding to the students by introducing following concepts:</a:t>
            </a:r>
          </a:p>
          <a:p>
            <a:r>
              <a:rPr lang="en-GB" i="1"/>
              <a:t>‘Code is just a language that robots and computers understand!’</a:t>
            </a:r>
          </a:p>
          <a:p>
            <a:r>
              <a:rPr lang="en-GB" i="1"/>
              <a:t>‘Like humans, different computers can understand different languages, we will use block coding in these lessons</a:t>
            </a:r>
            <a:r>
              <a:rPr lang="en-AU" i="1"/>
              <a:t>’</a:t>
            </a:r>
            <a:endParaRPr lang="en-GB" i="1"/>
          </a:p>
          <a:p>
            <a:r>
              <a:rPr lang="en-GB" i="1"/>
              <a:t>‘In the code script we build a procedure we want the computer to follow’</a:t>
            </a:r>
          </a:p>
          <a:p>
            <a:r>
              <a:rPr lang="en-GB" i="1"/>
              <a:t>‘Like us, code has its own dictionary, and if a term we use isn’t in their dictionary, we can define it for them’</a:t>
            </a:r>
          </a:p>
          <a:p>
            <a:r>
              <a:rPr lang="en-GB"/>
              <a:t>Explain that block-based coding is a good place to start, because we know the computer understands each block, anything inside white bubbles we can change to achieve what we want out of the code</a:t>
            </a:r>
          </a:p>
        </p:txBody>
      </p:sp>
    </p:spTree>
    <p:extLst>
      <p:ext uri="{BB962C8B-B14F-4D97-AF65-F5344CB8AC3E}">
        <p14:creationId xmlns:p14="http://schemas.microsoft.com/office/powerpoint/2010/main" val="2108338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6BD80-388A-383C-2125-EABAF4FFC4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D9A11-7FFA-E0F7-2EF7-0CBC2548CFF9}"/>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6" name="Text Placeholder 5">
            <a:extLst>
              <a:ext uri="{FF2B5EF4-FFF2-40B4-BE49-F238E27FC236}">
                <a16:creationId xmlns:a16="http://schemas.microsoft.com/office/drawing/2014/main" id="{E7F52CFD-1CE2-E93F-7FB0-09F29487075F}"/>
              </a:ext>
            </a:extLst>
          </p:cNvPr>
          <p:cNvSpPr>
            <a:spLocks noGrp="1"/>
          </p:cNvSpPr>
          <p:nvPr>
            <p:ph type="body" sz="quarter" idx="14"/>
          </p:nvPr>
        </p:nvSpPr>
        <p:spPr>
          <a:xfrm>
            <a:off x="500262" y="1840304"/>
            <a:ext cx="4958924" cy="3562350"/>
          </a:xfrm>
        </p:spPr>
        <p:txBody>
          <a:bodyPr/>
          <a:lstStyle/>
          <a:p>
            <a:pPr marL="176213" lvl="2" indent="-176213"/>
            <a:r>
              <a:rPr lang="en-GB"/>
              <a:t>Coding = Computer language</a:t>
            </a:r>
          </a:p>
          <a:p>
            <a:pPr marL="176213" lvl="2" indent="-176213"/>
            <a:endParaRPr lang="en-GB"/>
          </a:p>
          <a:p>
            <a:r>
              <a:rPr lang="en-AU"/>
              <a:t>A procedure for the computer (or robot) to follow, telling it EXACTLY what to do</a:t>
            </a:r>
          </a:p>
          <a:p>
            <a:endParaRPr lang="en-AU"/>
          </a:p>
          <a:p>
            <a:r>
              <a:rPr lang="en-AU"/>
              <a:t>Block-based coding is an easy place to start!</a:t>
            </a:r>
          </a:p>
        </p:txBody>
      </p:sp>
      <p:sp>
        <p:nvSpPr>
          <p:cNvPr id="4" name="Rectangle 3">
            <a:extLst>
              <a:ext uri="{FF2B5EF4-FFF2-40B4-BE49-F238E27FC236}">
                <a16:creationId xmlns:a16="http://schemas.microsoft.com/office/drawing/2014/main" id="{5B706DB2-53FA-EE36-C4E9-2AFA65A29D5D}"/>
              </a:ext>
            </a:extLst>
          </p:cNvPr>
          <p:cNvSpPr/>
          <p:nvPr/>
        </p:nvSpPr>
        <p:spPr>
          <a:xfrm>
            <a:off x="500262" y="549236"/>
            <a:ext cx="6091038" cy="769441"/>
          </a:xfrm>
          <a:prstGeom prst="rect">
            <a:avLst/>
          </a:prstGeom>
          <a:noFill/>
        </p:spPr>
        <p:txBody>
          <a:bodyPr wrap="square" lIns="91440" tIns="45720" rIns="91440" bIns="45720">
            <a:spAutoFit/>
          </a:bodyPr>
          <a:lstStyle/>
          <a:p>
            <a:r>
              <a:rPr lang="en-US" sz="4400" b="0" cap="none" spc="0">
                <a:ln w="0"/>
                <a:solidFill>
                  <a:srgbClr val="233A17"/>
                </a:solidFill>
                <a:effectLst>
                  <a:outerShdw blurRad="50800" dist="38100" dir="2700000" algn="tl" rotWithShape="0">
                    <a:prstClr val="black">
                      <a:alpha val="40000"/>
                    </a:prstClr>
                  </a:outerShdw>
                </a:effectLst>
                <a:latin typeface="Berlin Sans FB Demi" panose="020E0802020502020306" pitchFamily="34" charset="0"/>
              </a:rPr>
              <a:t>Introduction to coding</a:t>
            </a:r>
            <a:endParaRPr lang="en-US" sz="3200" b="0" cap="none" spc="0">
              <a:ln w="0"/>
              <a:solidFill>
                <a:srgbClr val="233A17"/>
              </a:solidFill>
              <a:effectLst>
                <a:outerShdw blurRad="50800" dist="38100" dir="2700000" algn="tl" rotWithShape="0">
                  <a:prstClr val="black">
                    <a:alpha val="40000"/>
                  </a:prstClr>
                </a:outerShdw>
              </a:effectLst>
              <a:highlight>
                <a:srgbClr val="FFFF00"/>
              </a:highlight>
              <a:latin typeface="Berlin Sans FB Demi" panose="020E0802020502020306" pitchFamily="34" charset="0"/>
            </a:endParaRPr>
          </a:p>
        </p:txBody>
      </p:sp>
      <p:pic>
        <p:nvPicPr>
          <p:cNvPr id="11" name="Picture 10">
            <a:extLst>
              <a:ext uri="{FF2B5EF4-FFF2-40B4-BE49-F238E27FC236}">
                <a16:creationId xmlns:a16="http://schemas.microsoft.com/office/drawing/2014/main" id="{003B7A00-BEAD-E519-D5DC-98B989ED6F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1741" y="1748840"/>
            <a:ext cx="2670759" cy="2670759"/>
          </a:xfrm>
          <a:prstGeom prst="rect">
            <a:avLst/>
          </a:prstGeom>
        </p:spPr>
      </p:pic>
      <p:sp>
        <p:nvSpPr>
          <p:cNvPr id="12" name="Text Placeholder 3">
            <a:extLst>
              <a:ext uri="{FF2B5EF4-FFF2-40B4-BE49-F238E27FC236}">
                <a16:creationId xmlns:a16="http://schemas.microsoft.com/office/drawing/2014/main" id="{859CDA2D-1314-E5B7-0A4F-F80E40B14D2B}"/>
              </a:ext>
            </a:extLst>
          </p:cNvPr>
          <p:cNvSpPr txBox="1">
            <a:spLocks/>
          </p:cNvSpPr>
          <p:nvPr/>
        </p:nvSpPr>
        <p:spPr>
          <a:xfrm>
            <a:off x="6704128" y="4036279"/>
            <a:ext cx="1570155" cy="766639"/>
          </a:xfrm>
          <a:prstGeom prst="rect">
            <a:avLst/>
          </a:prstGeom>
        </p:spPr>
        <p:txBody>
          <a:bodyPr vert="horz" lIns="91440" tIns="45720" rIns="91440" bIns="45720" rtlCol="0">
            <a:noAutofit/>
          </a:bodyPr>
          <a:lstStyle>
            <a:lvl1pPr marL="178287" indent="-178287"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2pPr>
            <a:lvl3pPr marL="594292"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3pPr>
            <a:lvl4pPr marL="832008" indent="-118859" algn="l" defTabSz="475433" rtl="0" eaLnBrk="1" latinLnBrk="0" hangingPunct="1">
              <a:spcBef>
                <a:spcPct val="20000"/>
              </a:spcBef>
              <a:buFont typeface="Arial" pitchFamily="34" charset="0"/>
              <a:buChar char="–"/>
              <a:defRPr lang="en-US" sz="3200" b="0" kern="1200" cap="none" spc="0" dirty="0" smtClean="0">
                <a:ln w="0"/>
                <a:solidFill>
                  <a:srgbClr val="233A17"/>
                </a:solidFill>
                <a:latin typeface="Berlin Sans FB Demi" panose="020E0802020502020306" pitchFamily="34" charset="0"/>
                <a:ea typeface="+mn-ea"/>
                <a:cs typeface="+mn-cs"/>
              </a:defRPr>
            </a:lvl4pPr>
            <a:lvl5pPr marL="1069725" indent="-118859" algn="l" defTabSz="475433" rtl="0" eaLnBrk="1" latinLnBrk="0" hangingPunct="1">
              <a:spcBef>
                <a:spcPct val="20000"/>
              </a:spcBef>
              <a:buFont typeface="Arial" pitchFamily="34" charset="0"/>
              <a:buChar char="»"/>
              <a:defRPr lang="en-AU" sz="3200" b="0" kern="1200" cap="none" spc="0" dirty="0">
                <a:ln w="0"/>
                <a:solidFill>
                  <a:srgbClr val="233A17"/>
                </a:solidFill>
                <a:latin typeface="Berlin Sans FB Demi" panose="020E0802020502020306"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pPr marL="0" indent="0">
              <a:buFont typeface="Arial" pitchFamily="34" charset="0"/>
              <a:buNone/>
            </a:pPr>
            <a:r>
              <a:rPr lang="en-AU" noProof="0"/>
              <a:t>code</a:t>
            </a:r>
          </a:p>
        </p:txBody>
      </p:sp>
    </p:spTree>
    <p:extLst>
      <p:ext uri="{BB962C8B-B14F-4D97-AF65-F5344CB8AC3E}">
        <p14:creationId xmlns:p14="http://schemas.microsoft.com/office/powerpoint/2010/main" val="901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05C385-AF86-6523-88E8-E8C07AC9F80F}"/>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3" name="Text Placeholder 2">
            <a:extLst>
              <a:ext uri="{FF2B5EF4-FFF2-40B4-BE49-F238E27FC236}">
                <a16:creationId xmlns:a16="http://schemas.microsoft.com/office/drawing/2014/main" id="{451909EA-B86A-AFAF-2BE8-B1A82C53E6EA}"/>
              </a:ext>
            </a:extLst>
          </p:cNvPr>
          <p:cNvSpPr>
            <a:spLocks noGrp="1"/>
          </p:cNvSpPr>
          <p:nvPr>
            <p:ph type="body" sz="quarter" idx="13"/>
          </p:nvPr>
        </p:nvSpPr>
        <p:spPr/>
        <p:txBody>
          <a:bodyPr/>
          <a:lstStyle/>
          <a:p>
            <a:r>
              <a:rPr lang="en-GB"/>
              <a:t>Blossom’s Game</a:t>
            </a:r>
            <a:endParaRPr lang="en-AU"/>
          </a:p>
        </p:txBody>
      </p:sp>
      <p:sp>
        <p:nvSpPr>
          <p:cNvPr id="4" name="Text Placeholder 3">
            <a:extLst>
              <a:ext uri="{FF2B5EF4-FFF2-40B4-BE49-F238E27FC236}">
                <a16:creationId xmlns:a16="http://schemas.microsoft.com/office/drawing/2014/main" id="{A796D704-1B80-417A-33A1-22C9DA1DE33C}"/>
              </a:ext>
            </a:extLst>
          </p:cNvPr>
          <p:cNvSpPr>
            <a:spLocks noGrp="1"/>
          </p:cNvSpPr>
          <p:nvPr>
            <p:ph type="body" sz="quarter" idx="14"/>
          </p:nvPr>
        </p:nvSpPr>
        <p:spPr>
          <a:xfrm>
            <a:off x="489396" y="1705275"/>
            <a:ext cx="8254554" cy="3562350"/>
          </a:xfrm>
        </p:spPr>
        <p:txBody>
          <a:bodyPr/>
          <a:lstStyle/>
          <a:p>
            <a:r>
              <a:rPr lang="en-GB"/>
              <a:t>Blossom’s game is quite simple</a:t>
            </a:r>
          </a:p>
          <a:p>
            <a:r>
              <a:rPr lang="en-GB"/>
              <a:t>It will think of a random number, say between 1 and 20, and we input guesses until we get it right</a:t>
            </a:r>
          </a:p>
          <a:p>
            <a:r>
              <a:rPr lang="en-GB"/>
              <a:t>We will code Blossom’s animation to speak, nod and shake to interact with the students</a:t>
            </a:r>
          </a:p>
          <a:p>
            <a:r>
              <a:rPr lang="en-GB"/>
              <a:t>We could add competitions for students such as who can get the number in the least guesses etc. to make it fun and competitive</a:t>
            </a:r>
            <a:endParaRPr lang="en-AU"/>
          </a:p>
        </p:txBody>
      </p:sp>
    </p:spTree>
    <p:extLst>
      <p:ext uri="{BB962C8B-B14F-4D97-AF65-F5344CB8AC3E}">
        <p14:creationId xmlns:p14="http://schemas.microsoft.com/office/powerpoint/2010/main" val="3780918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E2CB5-5183-5079-FD3E-8182C508EF1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0E0946-068A-2E15-A4A5-EEA960E09594}"/>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3" name="Text Placeholder 2">
            <a:extLst>
              <a:ext uri="{FF2B5EF4-FFF2-40B4-BE49-F238E27FC236}">
                <a16:creationId xmlns:a16="http://schemas.microsoft.com/office/drawing/2014/main" id="{1EC6C365-5BFE-18CD-0865-98DF5549CAEF}"/>
              </a:ext>
            </a:extLst>
          </p:cNvPr>
          <p:cNvSpPr>
            <a:spLocks noGrp="1"/>
          </p:cNvSpPr>
          <p:nvPr>
            <p:ph type="body" sz="quarter" idx="13"/>
          </p:nvPr>
        </p:nvSpPr>
        <p:spPr/>
        <p:txBody>
          <a:bodyPr/>
          <a:lstStyle/>
          <a:p>
            <a:r>
              <a:rPr lang="en-GB"/>
              <a:t>Blossom’s Guessing Game</a:t>
            </a:r>
            <a:endParaRPr lang="en-AU"/>
          </a:p>
        </p:txBody>
      </p:sp>
      <p:sp>
        <p:nvSpPr>
          <p:cNvPr id="4" name="Text Placeholder 3">
            <a:extLst>
              <a:ext uri="{FF2B5EF4-FFF2-40B4-BE49-F238E27FC236}">
                <a16:creationId xmlns:a16="http://schemas.microsoft.com/office/drawing/2014/main" id="{16F71DAD-40F2-A060-9005-B32095543441}"/>
              </a:ext>
            </a:extLst>
          </p:cNvPr>
          <p:cNvSpPr>
            <a:spLocks noGrp="1"/>
          </p:cNvSpPr>
          <p:nvPr>
            <p:ph type="body" sz="quarter" idx="14"/>
          </p:nvPr>
        </p:nvSpPr>
        <p:spPr>
          <a:xfrm>
            <a:off x="489396" y="1793577"/>
            <a:ext cx="5866580" cy="3562350"/>
          </a:xfrm>
        </p:spPr>
        <p:txBody>
          <a:bodyPr/>
          <a:lstStyle/>
          <a:p>
            <a:r>
              <a:rPr lang="en-GB"/>
              <a:t>We are going to code a virtual Blossom (on our screen) to play a game with us</a:t>
            </a:r>
          </a:p>
          <a:p>
            <a:endParaRPr lang="en-GB"/>
          </a:p>
          <a:p>
            <a:r>
              <a:rPr lang="en-AU"/>
              <a:t>The goal is to create a game where we guess the number Blossom is thinking of</a:t>
            </a:r>
          </a:p>
          <a:p>
            <a:endParaRPr lang="en-AU"/>
          </a:p>
          <a:p>
            <a:r>
              <a:rPr lang="en-AU"/>
              <a:t>Play the game with a friend - “I’m thinking of a number between..”</a:t>
            </a:r>
          </a:p>
          <a:p>
            <a:endParaRPr lang="en-AU"/>
          </a:p>
        </p:txBody>
      </p:sp>
      <p:grpSp>
        <p:nvGrpSpPr>
          <p:cNvPr id="6" name="Group 5">
            <a:extLst>
              <a:ext uri="{FF2B5EF4-FFF2-40B4-BE49-F238E27FC236}">
                <a16:creationId xmlns:a16="http://schemas.microsoft.com/office/drawing/2014/main" id="{392734AA-957F-968F-6363-EBF9762A4D7F}"/>
              </a:ext>
            </a:extLst>
          </p:cNvPr>
          <p:cNvGrpSpPr/>
          <p:nvPr/>
        </p:nvGrpSpPr>
        <p:grpSpPr>
          <a:xfrm>
            <a:off x="6246059" y="2288449"/>
            <a:ext cx="3124636" cy="3067478"/>
            <a:chOff x="6246059" y="2288449"/>
            <a:chExt cx="3124636" cy="3067478"/>
          </a:xfrm>
        </p:grpSpPr>
        <p:sp>
          <p:nvSpPr>
            <p:cNvPr id="5" name="Rectangle: Rounded Corners 4">
              <a:extLst>
                <a:ext uri="{FF2B5EF4-FFF2-40B4-BE49-F238E27FC236}">
                  <a16:creationId xmlns:a16="http://schemas.microsoft.com/office/drawing/2014/main" id="{732BF863-FFD8-EFB6-28D7-BF7694850CC6}"/>
                </a:ext>
              </a:extLst>
            </p:cNvPr>
            <p:cNvSpPr/>
            <p:nvPr/>
          </p:nvSpPr>
          <p:spPr>
            <a:xfrm>
              <a:off x="6268825" y="2300140"/>
              <a:ext cx="650449" cy="311085"/>
            </a:xfrm>
            <a:prstGeom prst="roundRect">
              <a:avLst>
                <a:gd name="adj" fmla="val 4697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8" name="Picture 7">
              <a:extLst>
                <a:ext uri="{FF2B5EF4-FFF2-40B4-BE49-F238E27FC236}">
                  <a16:creationId xmlns:a16="http://schemas.microsoft.com/office/drawing/2014/main" id="{07907734-C6B7-9902-C88B-49A42D30C9E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246059" y="2288449"/>
              <a:ext cx="3124636" cy="3067478"/>
            </a:xfrm>
            <a:prstGeom prst="rect">
              <a:avLst/>
            </a:prstGeom>
          </p:spPr>
        </p:pic>
      </p:grpSp>
    </p:spTree>
    <p:extLst>
      <p:ext uri="{BB962C8B-B14F-4D97-AF65-F5344CB8AC3E}">
        <p14:creationId xmlns:p14="http://schemas.microsoft.com/office/powerpoint/2010/main" val="3074002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FA0996-89F9-D7ED-417C-CD2194E69527}"/>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3" name="Text Placeholder 2">
            <a:extLst>
              <a:ext uri="{FF2B5EF4-FFF2-40B4-BE49-F238E27FC236}">
                <a16:creationId xmlns:a16="http://schemas.microsoft.com/office/drawing/2014/main" id="{52BAF22B-C14C-2A95-1DF8-2A4FEAECBE34}"/>
              </a:ext>
            </a:extLst>
          </p:cNvPr>
          <p:cNvSpPr>
            <a:spLocks noGrp="1"/>
          </p:cNvSpPr>
          <p:nvPr>
            <p:ph type="body" sz="quarter" idx="13"/>
          </p:nvPr>
        </p:nvSpPr>
        <p:spPr/>
        <p:txBody>
          <a:bodyPr/>
          <a:lstStyle/>
          <a:p>
            <a:r>
              <a:rPr lang="en-GB"/>
              <a:t>Intro to scratch</a:t>
            </a:r>
            <a:endParaRPr lang="en-AU"/>
          </a:p>
        </p:txBody>
      </p:sp>
      <p:sp>
        <p:nvSpPr>
          <p:cNvPr id="4" name="Text Placeholder 3">
            <a:extLst>
              <a:ext uri="{FF2B5EF4-FFF2-40B4-BE49-F238E27FC236}">
                <a16:creationId xmlns:a16="http://schemas.microsoft.com/office/drawing/2014/main" id="{223816E3-5158-A5A5-4082-A3412E17D397}"/>
              </a:ext>
            </a:extLst>
          </p:cNvPr>
          <p:cNvSpPr>
            <a:spLocks noGrp="1"/>
          </p:cNvSpPr>
          <p:nvPr>
            <p:ph type="body" sz="quarter" idx="14"/>
          </p:nvPr>
        </p:nvSpPr>
        <p:spPr>
          <a:xfrm>
            <a:off x="489396" y="2116128"/>
            <a:ext cx="8254554" cy="3562350"/>
          </a:xfrm>
        </p:spPr>
        <p:txBody>
          <a:bodyPr/>
          <a:lstStyle/>
          <a:p>
            <a:r>
              <a:rPr lang="en-GB"/>
              <a:t>Now would be a good time to share your screen</a:t>
            </a:r>
          </a:p>
          <a:p>
            <a:r>
              <a:rPr lang="en-GB"/>
              <a:t>Open the link on the following slide</a:t>
            </a:r>
          </a:p>
          <a:p>
            <a:r>
              <a:rPr lang="en-GB"/>
              <a:t>Create a new project</a:t>
            </a:r>
          </a:p>
          <a:p>
            <a:r>
              <a:rPr lang="en-GB"/>
              <a:t>Walk the children through how to upload their Sprites and costumes or use the ones we have provided</a:t>
            </a:r>
            <a:endParaRPr lang="en-AU"/>
          </a:p>
          <a:p>
            <a:r>
              <a:rPr lang="en-AU"/>
              <a:t>“</a:t>
            </a:r>
            <a:r>
              <a:rPr lang="en-AU" i="1"/>
              <a:t>Sprites are</a:t>
            </a:r>
            <a:endParaRPr lang="en-GB"/>
          </a:p>
          <a:p>
            <a:r>
              <a:rPr lang="en-GB"/>
              <a:t>Ensure the costumes have meaningful names, this will make it easier to move our Blossom animation</a:t>
            </a:r>
            <a:endParaRPr lang="en-AU"/>
          </a:p>
        </p:txBody>
      </p:sp>
    </p:spTree>
    <p:extLst>
      <p:ext uri="{BB962C8B-B14F-4D97-AF65-F5344CB8AC3E}">
        <p14:creationId xmlns:p14="http://schemas.microsoft.com/office/powerpoint/2010/main" val="153463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1475D-FAC3-B1DC-1B57-5E206F30F2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8ADA69-6ED5-B463-F73A-F79EEF6CC849}"/>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3" name="Text Placeholder 2">
            <a:extLst>
              <a:ext uri="{FF2B5EF4-FFF2-40B4-BE49-F238E27FC236}">
                <a16:creationId xmlns:a16="http://schemas.microsoft.com/office/drawing/2014/main" id="{63C59C1E-CE96-B935-5346-EEC50F9DB425}"/>
              </a:ext>
            </a:extLst>
          </p:cNvPr>
          <p:cNvSpPr>
            <a:spLocks noGrp="1"/>
          </p:cNvSpPr>
          <p:nvPr>
            <p:ph type="body" sz="quarter" idx="13"/>
          </p:nvPr>
        </p:nvSpPr>
        <p:spPr/>
        <p:txBody>
          <a:bodyPr/>
          <a:lstStyle/>
          <a:p>
            <a:r>
              <a:rPr lang="en-GB"/>
              <a:t>Intro to Scratch</a:t>
            </a:r>
            <a:endParaRPr lang="en-AU"/>
          </a:p>
        </p:txBody>
      </p:sp>
      <p:sp>
        <p:nvSpPr>
          <p:cNvPr id="4" name="Text Placeholder 3">
            <a:extLst>
              <a:ext uri="{FF2B5EF4-FFF2-40B4-BE49-F238E27FC236}">
                <a16:creationId xmlns:a16="http://schemas.microsoft.com/office/drawing/2014/main" id="{78E36711-0F99-443E-5074-977F98CE55AF}"/>
              </a:ext>
            </a:extLst>
          </p:cNvPr>
          <p:cNvSpPr>
            <a:spLocks noGrp="1"/>
          </p:cNvSpPr>
          <p:nvPr>
            <p:ph type="body" sz="quarter" idx="14"/>
          </p:nvPr>
        </p:nvSpPr>
        <p:spPr>
          <a:xfrm>
            <a:off x="489396" y="1933575"/>
            <a:ext cx="5320854" cy="3562350"/>
          </a:xfrm>
        </p:spPr>
        <p:txBody>
          <a:bodyPr/>
          <a:lstStyle/>
          <a:p>
            <a:r>
              <a:rPr lang="en-GB"/>
              <a:t>Open Scratch and hit create! </a:t>
            </a:r>
            <a:r>
              <a:rPr lang="en-AU">
                <a:hlinkClick r:id="rId2"/>
              </a:rPr>
              <a:t>Scratch - Imagine, Program, Share</a:t>
            </a:r>
            <a:endParaRPr lang="en-GB">
              <a:highlight>
                <a:srgbClr val="00FFFF"/>
              </a:highlight>
            </a:endParaRPr>
          </a:p>
          <a:p>
            <a:r>
              <a:rPr lang="en-GB"/>
              <a:t>The characters in the top right animation are called our ‘Sprites’</a:t>
            </a:r>
          </a:p>
          <a:p>
            <a:r>
              <a:rPr lang="en-GB"/>
              <a:t>We can upload our own!</a:t>
            </a:r>
          </a:p>
          <a:p>
            <a:r>
              <a:rPr lang="en-GB"/>
              <a:t>We can also give our Blossom different appearances, called costumes</a:t>
            </a:r>
          </a:p>
        </p:txBody>
      </p:sp>
      <p:pic>
        <p:nvPicPr>
          <p:cNvPr id="7" name="Picture 6">
            <a:extLst>
              <a:ext uri="{FF2B5EF4-FFF2-40B4-BE49-F238E27FC236}">
                <a16:creationId xmlns:a16="http://schemas.microsoft.com/office/drawing/2014/main" id="{F885809D-2463-EE4D-91F4-6622BCEC81E3}"/>
              </a:ext>
            </a:extLst>
          </p:cNvPr>
          <p:cNvPicPr>
            <a:picLocks noChangeAspect="1"/>
          </p:cNvPicPr>
          <p:nvPr/>
        </p:nvPicPr>
        <p:blipFill>
          <a:blip r:embed="rId3"/>
          <a:stretch>
            <a:fillRect/>
          </a:stretch>
        </p:blipFill>
        <p:spPr>
          <a:xfrm>
            <a:off x="5810250" y="2675362"/>
            <a:ext cx="4029075" cy="2078775"/>
          </a:xfrm>
          <a:prstGeom prst="rect">
            <a:avLst/>
          </a:prstGeom>
        </p:spPr>
      </p:pic>
    </p:spTree>
    <p:extLst>
      <p:ext uri="{BB962C8B-B14F-4D97-AF65-F5344CB8AC3E}">
        <p14:creationId xmlns:p14="http://schemas.microsoft.com/office/powerpoint/2010/main" val="3739301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6FDEF-5B35-C042-0F01-5C308C2C41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2BBD95-FC74-F1E0-DF00-DEB94AF8865E}"/>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3" name="Text Placeholder 2">
            <a:extLst>
              <a:ext uri="{FF2B5EF4-FFF2-40B4-BE49-F238E27FC236}">
                <a16:creationId xmlns:a16="http://schemas.microsoft.com/office/drawing/2014/main" id="{FD67A872-647C-06E5-BFC1-9EA80C68469D}"/>
              </a:ext>
            </a:extLst>
          </p:cNvPr>
          <p:cNvSpPr>
            <a:spLocks noGrp="1"/>
          </p:cNvSpPr>
          <p:nvPr>
            <p:ph type="body" sz="quarter" idx="13"/>
          </p:nvPr>
        </p:nvSpPr>
        <p:spPr/>
        <p:txBody>
          <a:bodyPr/>
          <a:lstStyle/>
          <a:p>
            <a:r>
              <a:rPr lang="en-GB"/>
              <a:t>Uploading our costumes</a:t>
            </a:r>
            <a:endParaRPr lang="en-AU"/>
          </a:p>
        </p:txBody>
      </p:sp>
      <p:sp>
        <p:nvSpPr>
          <p:cNvPr id="4" name="Text Placeholder 3">
            <a:extLst>
              <a:ext uri="{FF2B5EF4-FFF2-40B4-BE49-F238E27FC236}">
                <a16:creationId xmlns:a16="http://schemas.microsoft.com/office/drawing/2014/main" id="{129A4A3D-7E0F-3943-BB08-3D89B0420582}"/>
              </a:ext>
            </a:extLst>
          </p:cNvPr>
          <p:cNvSpPr>
            <a:spLocks noGrp="1"/>
          </p:cNvSpPr>
          <p:nvPr>
            <p:ph type="body" sz="quarter" idx="14"/>
          </p:nvPr>
        </p:nvSpPr>
        <p:spPr/>
        <p:txBody>
          <a:bodyPr/>
          <a:lstStyle/>
          <a:p>
            <a:r>
              <a:rPr lang="en-GB"/>
              <a:t>Upload your forward-facing Blossom as the sprite</a:t>
            </a:r>
          </a:p>
          <a:p>
            <a:pPr lvl="2"/>
            <a:r>
              <a:rPr lang="en-GB"/>
              <a:t>Add the 4 other directions Blossom is looking as costumes</a:t>
            </a:r>
            <a:endParaRPr lang="en-AU"/>
          </a:p>
        </p:txBody>
      </p:sp>
      <p:pic>
        <p:nvPicPr>
          <p:cNvPr id="6" name="Picture 5" descr="A screenshot of a computer screen&#10;&#10;AI-generated content may be incorrect.">
            <a:extLst>
              <a:ext uri="{FF2B5EF4-FFF2-40B4-BE49-F238E27FC236}">
                <a16:creationId xmlns:a16="http://schemas.microsoft.com/office/drawing/2014/main" id="{FFF6CEE0-1E28-5F44-F753-2D52C1B3E72F}"/>
              </a:ext>
            </a:extLst>
          </p:cNvPr>
          <p:cNvPicPr>
            <a:picLocks noChangeAspect="1"/>
          </p:cNvPicPr>
          <p:nvPr/>
        </p:nvPicPr>
        <p:blipFill>
          <a:blip r:embed="rId2"/>
          <a:stretch>
            <a:fillRect/>
          </a:stretch>
        </p:blipFill>
        <p:spPr>
          <a:xfrm>
            <a:off x="2672604" y="3356234"/>
            <a:ext cx="6490446" cy="2685830"/>
          </a:xfrm>
          <a:prstGeom prst="rect">
            <a:avLst/>
          </a:prstGeom>
        </p:spPr>
      </p:pic>
    </p:spTree>
    <p:extLst>
      <p:ext uri="{BB962C8B-B14F-4D97-AF65-F5344CB8AC3E}">
        <p14:creationId xmlns:p14="http://schemas.microsoft.com/office/powerpoint/2010/main" val="2887603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F3AB8D-EF7A-A0B5-A733-396C772905CC}"/>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3" name="Text Placeholder 2">
            <a:extLst>
              <a:ext uri="{FF2B5EF4-FFF2-40B4-BE49-F238E27FC236}">
                <a16:creationId xmlns:a16="http://schemas.microsoft.com/office/drawing/2014/main" id="{EE0F6FF4-32A4-F873-B43A-D54231D52418}"/>
              </a:ext>
            </a:extLst>
          </p:cNvPr>
          <p:cNvSpPr>
            <a:spLocks noGrp="1"/>
          </p:cNvSpPr>
          <p:nvPr>
            <p:ph type="body" sz="quarter" idx="13"/>
          </p:nvPr>
        </p:nvSpPr>
        <p:spPr/>
        <p:txBody>
          <a:bodyPr/>
          <a:lstStyle/>
          <a:p>
            <a:r>
              <a:rPr lang="en-GB"/>
              <a:t>Introducing IF STATEMENTS</a:t>
            </a:r>
            <a:endParaRPr lang="en-AU"/>
          </a:p>
        </p:txBody>
      </p:sp>
      <p:sp>
        <p:nvSpPr>
          <p:cNvPr id="4" name="Text Placeholder 3">
            <a:extLst>
              <a:ext uri="{FF2B5EF4-FFF2-40B4-BE49-F238E27FC236}">
                <a16:creationId xmlns:a16="http://schemas.microsoft.com/office/drawing/2014/main" id="{40869564-6270-B6D0-CAC3-D4C3A88AF01E}"/>
              </a:ext>
            </a:extLst>
          </p:cNvPr>
          <p:cNvSpPr>
            <a:spLocks noGrp="1"/>
          </p:cNvSpPr>
          <p:nvPr>
            <p:ph type="body" sz="quarter" idx="14"/>
          </p:nvPr>
        </p:nvSpPr>
        <p:spPr>
          <a:xfrm>
            <a:off x="489396" y="1765146"/>
            <a:ext cx="8483154" cy="3562350"/>
          </a:xfrm>
        </p:spPr>
        <p:txBody>
          <a:bodyPr/>
          <a:lstStyle/>
          <a:p>
            <a:r>
              <a:rPr lang="en-GB"/>
              <a:t>“</a:t>
            </a:r>
            <a:r>
              <a:rPr lang="en-GB" i="1"/>
              <a:t>If statements are exactly as they sound, we can code our computers to do something, only IF another event occurs. In block coding, we but that event inside the hexagon next to if. We then place the instructions on what we want it to do between the top and bottom of the block.”</a:t>
            </a:r>
          </a:p>
          <a:p>
            <a:r>
              <a:rPr lang="en-GB" b="1"/>
              <a:t>Notes: Get students to think of IF STATEMENTS they have in every day life…IF we see the fridge open, we might close it! The students will have 3 if statements inside their code, being their guess is greater than, lower than or equal to Blossoms number. They will provide Blossoms response for each within.</a:t>
            </a:r>
            <a:endParaRPr lang="en-AU" b="1"/>
          </a:p>
        </p:txBody>
      </p:sp>
    </p:spTree>
    <p:extLst>
      <p:ext uri="{BB962C8B-B14F-4D97-AF65-F5344CB8AC3E}">
        <p14:creationId xmlns:p14="http://schemas.microsoft.com/office/powerpoint/2010/main" val="143098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7E0BC-855C-4870-D7AC-05551441A6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03501B-8999-F686-12B6-EA5C0EFA1884}"/>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3" name="Text Placeholder 2">
            <a:extLst>
              <a:ext uri="{FF2B5EF4-FFF2-40B4-BE49-F238E27FC236}">
                <a16:creationId xmlns:a16="http://schemas.microsoft.com/office/drawing/2014/main" id="{93ECAD6F-2A09-B452-13D0-D7FB1EB4CBBE}"/>
              </a:ext>
            </a:extLst>
          </p:cNvPr>
          <p:cNvSpPr>
            <a:spLocks noGrp="1"/>
          </p:cNvSpPr>
          <p:nvPr>
            <p:ph type="body" sz="quarter" idx="13"/>
          </p:nvPr>
        </p:nvSpPr>
        <p:spPr/>
        <p:txBody>
          <a:bodyPr/>
          <a:lstStyle/>
          <a:p>
            <a:r>
              <a:rPr lang="en-GB"/>
              <a:t>Introducing IF STATEMENTS</a:t>
            </a:r>
            <a:endParaRPr lang="en-AU"/>
          </a:p>
        </p:txBody>
      </p:sp>
      <p:sp>
        <p:nvSpPr>
          <p:cNvPr id="4" name="Text Placeholder 3">
            <a:extLst>
              <a:ext uri="{FF2B5EF4-FFF2-40B4-BE49-F238E27FC236}">
                <a16:creationId xmlns:a16="http://schemas.microsoft.com/office/drawing/2014/main" id="{4A8694B9-85CC-C61F-A452-54B9631951D6}"/>
              </a:ext>
            </a:extLst>
          </p:cNvPr>
          <p:cNvSpPr>
            <a:spLocks noGrp="1"/>
          </p:cNvSpPr>
          <p:nvPr>
            <p:ph type="body" sz="quarter" idx="14"/>
          </p:nvPr>
        </p:nvSpPr>
        <p:spPr>
          <a:xfrm>
            <a:off x="489396" y="2170095"/>
            <a:ext cx="8483154" cy="3562350"/>
          </a:xfrm>
        </p:spPr>
        <p:txBody>
          <a:bodyPr/>
          <a:lstStyle/>
          <a:p>
            <a:r>
              <a:rPr lang="en-GB"/>
              <a:t>An IF STATEMENT is exactly as it sounds</a:t>
            </a:r>
          </a:p>
          <a:p>
            <a:pPr marL="0" indent="0">
              <a:buNone/>
            </a:pPr>
            <a:endParaRPr lang="en-GB"/>
          </a:p>
          <a:p>
            <a:r>
              <a:rPr lang="en-GB"/>
              <a:t>In the CONTROL section we will find this block</a:t>
            </a:r>
          </a:p>
          <a:p>
            <a:pPr marL="0" indent="0">
              <a:buNone/>
            </a:pPr>
            <a:endParaRPr lang="en-GB"/>
          </a:p>
          <a:p>
            <a:r>
              <a:rPr lang="en-GB"/>
              <a:t>Within the hexagon we are going to put our ‘EVENTS’, think about the 3 different events that may occur when guessing</a:t>
            </a:r>
          </a:p>
        </p:txBody>
      </p:sp>
      <p:pic>
        <p:nvPicPr>
          <p:cNvPr id="6" name="Picture 5" descr="A yellow rectangular object with white text&#10;&#10;AI-generated content may be incorrect.">
            <a:extLst>
              <a:ext uri="{FF2B5EF4-FFF2-40B4-BE49-F238E27FC236}">
                <a16:creationId xmlns:a16="http://schemas.microsoft.com/office/drawing/2014/main" id="{DA8F418A-BCE6-714E-2023-6A133E4C9ECF}"/>
              </a:ext>
            </a:extLst>
          </p:cNvPr>
          <p:cNvPicPr>
            <a:picLocks noChangeAspect="1"/>
          </p:cNvPicPr>
          <p:nvPr/>
        </p:nvPicPr>
        <p:blipFill>
          <a:blip r:embed="rId2">
            <a:clrChange>
              <a:clrFrom>
                <a:srgbClr val="F9F9F9"/>
              </a:clrFrom>
              <a:clrTo>
                <a:srgbClr val="F9F9F9">
                  <a:alpha val="0"/>
                </a:srgbClr>
              </a:clrTo>
            </a:clrChange>
          </a:blip>
          <a:stretch>
            <a:fillRect/>
          </a:stretch>
        </p:blipFill>
        <p:spPr>
          <a:xfrm>
            <a:off x="7685955" y="3019368"/>
            <a:ext cx="1143160" cy="819264"/>
          </a:xfrm>
          <a:prstGeom prst="rect">
            <a:avLst/>
          </a:prstGeom>
        </p:spPr>
      </p:pic>
    </p:spTree>
    <p:extLst>
      <p:ext uri="{BB962C8B-B14F-4D97-AF65-F5344CB8AC3E}">
        <p14:creationId xmlns:p14="http://schemas.microsoft.com/office/powerpoint/2010/main" val="13226996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D68EF-9044-7EDA-E3BC-46B02C982E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6639A3-8233-D7CF-A082-50018BDEB01D}"/>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3" name="Text Placeholder 2">
            <a:extLst>
              <a:ext uri="{FF2B5EF4-FFF2-40B4-BE49-F238E27FC236}">
                <a16:creationId xmlns:a16="http://schemas.microsoft.com/office/drawing/2014/main" id="{8D7DC633-E2C4-10B8-39B7-0B6DA7C6702F}"/>
              </a:ext>
            </a:extLst>
          </p:cNvPr>
          <p:cNvSpPr>
            <a:spLocks noGrp="1"/>
          </p:cNvSpPr>
          <p:nvPr>
            <p:ph type="body" sz="quarter" idx="13"/>
          </p:nvPr>
        </p:nvSpPr>
        <p:spPr/>
        <p:txBody>
          <a:bodyPr/>
          <a:lstStyle/>
          <a:p>
            <a:r>
              <a:rPr lang="en-GB"/>
              <a:t>Our first IF STATEMENT</a:t>
            </a:r>
            <a:endParaRPr lang="en-AU"/>
          </a:p>
        </p:txBody>
      </p:sp>
      <p:sp>
        <p:nvSpPr>
          <p:cNvPr id="4" name="Text Placeholder 3">
            <a:extLst>
              <a:ext uri="{FF2B5EF4-FFF2-40B4-BE49-F238E27FC236}">
                <a16:creationId xmlns:a16="http://schemas.microsoft.com/office/drawing/2014/main" id="{F08FCCF9-E660-D93B-856E-951935A35363}"/>
              </a:ext>
            </a:extLst>
          </p:cNvPr>
          <p:cNvSpPr>
            <a:spLocks noGrp="1"/>
          </p:cNvSpPr>
          <p:nvPr>
            <p:ph type="body" sz="quarter" idx="14"/>
          </p:nvPr>
        </p:nvSpPr>
        <p:spPr>
          <a:xfrm>
            <a:off x="489396" y="2170095"/>
            <a:ext cx="8483154" cy="3562350"/>
          </a:xfrm>
        </p:spPr>
        <p:txBody>
          <a:bodyPr/>
          <a:lstStyle/>
          <a:p>
            <a:r>
              <a:rPr lang="en-GB"/>
              <a:t>Let’s start with our guess being greater than Blossoms number</a:t>
            </a:r>
          </a:p>
          <a:p>
            <a:endParaRPr lang="en-GB"/>
          </a:p>
          <a:p>
            <a:r>
              <a:rPr lang="en-GB"/>
              <a:t>Clip this inside the hexagon next to IF</a:t>
            </a:r>
          </a:p>
          <a:p>
            <a:endParaRPr lang="en-GB"/>
          </a:p>
          <a:p>
            <a:r>
              <a:rPr lang="en-GB"/>
              <a:t>Inside the IF block, tell Blossom what you want it to do</a:t>
            </a:r>
          </a:p>
          <a:p>
            <a:pPr lvl="2"/>
            <a:r>
              <a:rPr lang="en-GB"/>
              <a:t>Maybe try playing the guessing game with a friend, and think about how you help them guess</a:t>
            </a:r>
          </a:p>
          <a:p>
            <a:pPr marL="0" indent="0">
              <a:buNone/>
            </a:pPr>
            <a:endParaRPr lang="en-GB"/>
          </a:p>
        </p:txBody>
      </p:sp>
      <p:pic>
        <p:nvPicPr>
          <p:cNvPr id="6" name="Picture 5">
            <a:extLst>
              <a:ext uri="{FF2B5EF4-FFF2-40B4-BE49-F238E27FC236}">
                <a16:creationId xmlns:a16="http://schemas.microsoft.com/office/drawing/2014/main" id="{35CD82E2-401E-4B5F-E946-7CF4E327721B}"/>
              </a:ext>
            </a:extLst>
          </p:cNvPr>
          <p:cNvPicPr>
            <a:picLocks noChangeAspect="1"/>
          </p:cNvPicPr>
          <p:nvPr/>
        </p:nvPicPr>
        <p:blipFill>
          <a:blip r:embed="rId3">
            <a:clrChange>
              <a:clrFrom>
                <a:srgbClr val="F9F9F9"/>
              </a:clrFrom>
              <a:clrTo>
                <a:srgbClr val="F9F9F9">
                  <a:alpha val="0"/>
                </a:srgbClr>
              </a:clrTo>
            </a:clrChange>
          </a:blip>
          <a:stretch>
            <a:fillRect/>
          </a:stretch>
        </p:blipFill>
        <p:spPr>
          <a:xfrm>
            <a:off x="2165646" y="2723283"/>
            <a:ext cx="2152950" cy="371527"/>
          </a:xfrm>
          <a:prstGeom prst="rect">
            <a:avLst/>
          </a:prstGeom>
        </p:spPr>
      </p:pic>
      <p:pic>
        <p:nvPicPr>
          <p:cNvPr id="7" name="Picture 6">
            <a:extLst>
              <a:ext uri="{FF2B5EF4-FFF2-40B4-BE49-F238E27FC236}">
                <a16:creationId xmlns:a16="http://schemas.microsoft.com/office/drawing/2014/main" id="{80842484-2AD7-4EF3-40FC-0F0DE3CCA290}"/>
              </a:ext>
            </a:extLst>
          </p:cNvPr>
          <p:cNvPicPr>
            <a:picLocks noChangeAspect="1"/>
          </p:cNvPicPr>
          <p:nvPr/>
        </p:nvPicPr>
        <p:blipFill>
          <a:blip r:embed="rId4">
            <a:clrChange>
              <a:clrFrom>
                <a:srgbClr val="F9F9F9"/>
              </a:clrFrom>
              <a:clrTo>
                <a:srgbClr val="F9F9F9">
                  <a:alpha val="0"/>
                </a:srgbClr>
              </a:clrTo>
            </a:clrChange>
          </a:blip>
          <a:stretch>
            <a:fillRect/>
          </a:stretch>
        </p:blipFill>
        <p:spPr>
          <a:xfrm>
            <a:off x="6420957" y="3429000"/>
            <a:ext cx="2638793" cy="905001"/>
          </a:xfrm>
          <a:prstGeom prst="rect">
            <a:avLst/>
          </a:prstGeom>
        </p:spPr>
      </p:pic>
    </p:spTree>
    <p:extLst>
      <p:ext uri="{BB962C8B-B14F-4D97-AF65-F5344CB8AC3E}">
        <p14:creationId xmlns:p14="http://schemas.microsoft.com/office/powerpoint/2010/main" val="490914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809C38-6991-C223-0C33-47131C95E62D}"/>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3" name="Text Placeholder 2">
            <a:extLst>
              <a:ext uri="{FF2B5EF4-FFF2-40B4-BE49-F238E27FC236}">
                <a16:creationId xmlns:a16="http://schemas.microsoft.com/office/drawing/2014/main" id="{6D0C091E-D51C-A2DE-9E60-972B2145F4A8}"/>
              </a:ext>
            </a:extLst>
          </p:cNvPr>
          <p:cNvSpPr>
            <a:spLocks noGrp="1"/>
          </p:cNvSpPr>
          <p:nvPr>
            <p:ph type="body" sz="quarter" idx="13"/>
          </p:nvPr>
        </p:nvSpPr>
        <p:spPr/>
        <p:txBody>
          <a:bodyPr/>
          <a:lstStyle/>
          <a:p>
            <a:r>
              <a:rPr lang="en-GB"/>
              <a:t>IF STATEMENTS</a:t>
            </a:r>
            <a:endParaRPr lang="en-AU"/>
          </a:p>
        </p:txBody>
      </p:sp>
      <p:sp>
        <p:nvSpPr>
          <p:cNvPr id="4" name="Text Placeholder 3">
            <a:extLst>
              <a:ext uri="{FF2B5EF4-FFF2-40B4-BE49-F238E27FC236}">
                <a16:creationId xmlns:a16="http://schemas.microsoft.com/office/drawing/2014/main" id="{2E4499E5-E05D-153C-EDDA-79F7E4E2956E}"/>
              </a:ext>
            </a:extLst>
          </p:cNvPr>
          <p:cNvSpPr>
            <a:spLocks noGrp="1"/>
          </p:cNvSpPr>
          <p:nvPr>
            <p:ph type="body" sz="quarter" idx="14"/>
          </p:nvPr>
        </p:nvSpPr>
        <p:spPr/>
        <p:txBody>
          <a:bodyPr/>
          <a:lstStyle/>
          <a:p>
            <a:r>
              <a:rPr lang="en-GB"/>
              <a:t>Repeat this for our guess being less than and equal to Blossoms number</a:t>
            </a:r>
          </a:p>
          <a:p>
            <a:endParaRPr lang="en-AU"/>
          </a:p>
        </p:txBody>
      </p:sp>
      <p:pic>
        <p:nvPicPr>
          <p:cNvPr id="6" name="Picture 5">
            <a:extLst>
              <a:ext uri="{FF2B5EF4-FFF2-40B4-BE49-F238E27FC236}">
                <a16:creationId xmlns:a16="http://schemas.microsoft.com/office/drawing/2014/main" id="{AEFD06A1-AE7E-0AC0-2FC8-613F7F9BB9EB}"/>
              </a:ext>
            </a:extLst>
          </p:cNvPr>
          <p:cNvPicPr>
            <a:picLocks noChangeAspect="1"/>
          </p:cNvPicPr>
          <p:nvPr/>
        </p:nvPicPr>
        <p:blipFill>
          <a:blip r:embed="rId2">
            <a:clrChange>
              <a:clrFrom>
                <a:srgbClr val="F9F9F9"/>
              </a:clrFrom>
              <a:clrTo>
                <a:srgbClr val="F9F9F9">
                  <a:alpha val="0"/>
                </a:srgbClr>
              </a:clrTo>
            </a:clrChange>
          </a:blip>
          <a:stretch>
            <a:fillRect/>
          </a:stretch>
        </p:blipFill>
        <p:spPr>
          <a:xfrm>
            <a:off x="4288453" y="2749758"/>
            <a:ext cx="3412786" cy="2969723"/>
          </a:xfrm>
          <a:prstGeom prst="rect">
            <a:avLst/>
          </a:prstGeom>
        </p:spPr>
      </p:pic>
    </p:spTree>
    <p:extLst>
      <p:ext uri="{BB962C8B-B14F-4D97-AF65-F5344CB8AC3E}">
        <p14:creationId xmlns:p14="http://schemas.microsoft.com/office/powerpoint/2010/main" val="16814678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CB72FC-663C-6713-18B9-B167C1164AA7}"/>
              </a:ext>
            </a:extLst>
          </p:cNvPr>
          <p:cNvSpPr>
            <a:spLocks noGrp="1"/>
          </p:cNvSpPr>
          <p:nvPr>
            <p:ph type="sldNum" sz="quarter" idx="12"/>
          </p:nvPr>
        </p:nvSpPr>
        <p:spPr/>
        <p:txBody>
          <a:bodyPr/>
          <a:lstStyle/>
          <a:p>
            <a:fld id="{B6F15528-21DE-4FAA-801E-634DDDAF4B2B}" type="slidenum">
              <a:rPr lang="en-US" smtClean="0"/>
              <a:pPr/>
              <a:t>20</a:t>
            </a:fld>
            <a:endParaRPr lang="en-US"/>
          </a:p>
        </p:txBody>
      </p:sp>
      <p:sp>
        <p:nvSpPr>
          <p:cNvPr id="3" name="Text Placeholder 2">
            <a:extLst>
              <a:ext uri="{FF2B5EF4-FFF2-40B4-BE49-F238E27FC236}">
                <a16:creationId xmlns:a16="http://schemas.microsoft.com/office/drawing/2014/main" id="{8172BB52-0F94-C3AF-C72D-E45C68AF0B58}"/>
              </a:ext>
            </a:extLst>
          </p:cNvPr>
          <p:cNvSpPr>
            <a:spLocks noGrp="1"/>
          </p:cNvSpPr>
          <p:nvPr>
            <p:ph type="body" sz="quarter" idx="13"/>
          </p:nvPr>
        </p:nvSpPr>
        <p:spPr/>
        <p:txBody>
          <a:bodyPr/>
          <a:lstStyle/>
          <a:p>
            <a:r>
              <a:rPr lang="en-GB"/>
              <a:t>Introducing loops</a:t>
            </a:r>
            <a:endParaRPr lang="en-AU"/>
          </a:p>
        </p:txBody>
      </p:sp>
      <p:sp>
        <p:nvSpPr>
          <p:cNvPr id="4" name="Text Placeholder 3">
            <a:extLst>
              <a:ext uri="{FF2B5EF4-FFF2-40B4-BE49-F238E27FC236}">
                <a16:creationId xmlns:a16="http://schemas.microsoft.com/office/drawing/2014/main" id="{EC022841-69F8-D82A-00C1-B08CEBAB17DE}"/>
              </a:ext>
            </a:extLst>
          </p:cNvPr>
          <p:cNvSpPr>
            <a:spLocks noGrp="1"/>
          </p:cNvSpPr>
          <p:nvPr>
            <p:ph type="body" sz="quarter" idx="14"/>
          </p:nvPr>
        </p:nvSpPr>
        <p:spPr/>
        <p:txBody>
          <a:bodyPr/>
          <a:lstStyle/>
          <a:p>
            <a:r>
              <a:rPr lang="en-GB"/>
              <a:t>“</a:t>
            </a:r>
            <a:r>
              <a:rPr lang="en-GB" i="1"/>
              <a:t>Loops are a stack of code that we want to repeat, this could be forever, until an event happens or a certain number of times. Sometimes it’s easier to tell someone to repeat an action 10 times, like throw and catch a ball, rather than telling them to throw the ball, catch the ball, throw the ball, etc.”</a:t>
            </a:r>
          </a:p>
          <a:p>
            <a:r>
              <a:rPr lang="en-GB" b="1"/>
              <a:t>Note: encourage to think about loops that may be important for the game, repeat the question until students guess correctly, and head nodding and shaking are great examples of loops we will include.</a:t>
            </a:r>
          </a:p>
        </p:txBody>
      </p:sp>
    </p:spTree>
    <p:extLst>
      <p:ext uri="{BB962C8B-B14F-4D97-AF65-F5344CB8AC3E}">
        <p14:creationId xmlns:p14="http://schemas.microsoft.com/office/powerpoint/2010/main" val="2768707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40CE38-1693-46FE-7DDB-D9EC51FD1B14}"/>
              </a:ext>
            </a:extLst>
          </p:cNvPr>
          <p:cNvSpPr>
            <a:spLocks noGrp="1"/>
          </p:cNvSpPr>
          <p:nvPr>
            <p:ph type="sldNum" sz="quarter" idx="12"/>
          </p:nvPr>
        </p:nvSpPr>
        <p:spPr/>
        <p:txBody>
          <a:bodyPr/>
          <a:lstStyle/>
          <a:p>
            <a:fld id="{B6F15528-21DE-4FAA-801E-634DDDAF4B2B}" type="slidenum">
              <a:rPr lang="en-US" smtClean="0"/>
              <a:pPr/>
              <a:t>21</a:t>
            </a:fld>
            <a:endParaRPr lang="en-US"/>
          </a:p>
        </p:txBody>
      </p:sp>
      <p:sp>
        <p:nvSpPr>
          <p:cNvPr id="3" name="Text Placeholder 2">
            <a:extLst>
              <a:ext uri="{FF2B5EF4-FFF2-40B4-BE49-F238E27FC236}">
                <a16:creationId xmlns:a16="http://schemas.microsoft.com/office/drawing/2014/main" id="{2650971E-AFA9-246B-A2A9-3B2EDF1C855E}"/>
              </a:ext>
            </a:extLst>
          </p:cNvPr>
          <p:cNvSpPr>
            <a:spLocks noGrp="1"/>
          </p:cNvSpPr>
          <p:nvPr>
            <p:ph type="body" sz="quarter" idx="13"/>
          </p:nvPr>
        </p:nvSpPr>
        <p:spPr/>
        <p:txBody>
          <a:bodyPr/>
          <a:lstStyle/>
          <a:p>
            <a:r>
              <a:rPr lang="en-GB"/>
              <a:t>Introducing Loops</a:t>
            </a:r>
            <a:endParaRPr lang="en-AU"/>
          </a:p>
        </p:txBody>
      </p:sp>
      <p:sp>
        <p:nvSpPr>
          <p:cNvPr id="4" name="Text Placeholder 3">
            <a:extLst>
              <a:ext uri="{FF2B5EF4-FFF2-40B4-BE49-F238E27FC236}">
                <a16:creationId xmlns:a16="http://schemas.microsoft.com/office/drawing/2014/main" id="{B293FDBA-79E4-6787-070A-E1E955C61869}"/>
              </a:ext>
            </a:extLst>
          </p:cNvPr>
          <p:cNvSpPr>
            <a:spLocks noGrp="1"/>
          </p:cNvSpPr>
          <p:nvPr>
            <p:ph type="body" sz="quarter" idx="14"/>
          </p:nvPr>
        </p:nvSpPr>
        <p:spPr>
          <a:xfrm>
            <a:off x="489396" y="1647825"/>
            <a:ext cx="8254554" cy="3562350"/>
          </a:xfrm>
        </p:spPr>
        <p:txBody>
          <a:bodyPr/>
          <a:lstStyle/>
          <a:p>
            <a:r>
              <a:rPr lang="en-GB"/>
              <a:t>A loop is a stack of code that we want to repeat multiple times, it might be FOREVER, or just until we tell it to</a:t>
            </a:r>
          </a:p>
          <a:p>
            <a:endParaRPr lang="en-GB"/>
          </a:p>
          <a:p>
            <a:r>
              <a:rPr lang="en-GB"/>
              <a:t>We want to shake or nod Blossom’s head, but how many times?</a:t>
            </a:r>
          </a:p>
          <a:p>
            <a:endParaRPr lang="en-GB"/>
          </a:p>
          <a:p>
            <a:r>
              <a:rPr lang="en-GB"/>
              <a:t>We want our game to keep going until we get the number right!</a:t>
            </a:r>
          </a:p>
          <a:p>
            <a:endParaRPr lang="en-GB"/>
          </a:p>
        </p:txBody>
      </p:sp>
    </p:spTree>
    <p:extLst>
      <p:ext uri="{BB962C8B-B14F-4D97-AF65-F5344CB8AC3E}">
        <p14:creationId xmlns:p14="http://schemas.microsoft.com/office/powerpoint/2010/main" val="3013683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A474B-81D6-6513-5B07-DD36BAA500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A1D3C7-A224-A64F-03E1-AF7FCBA5EF0B}"/>
              </a:ext>
            </a:extLst>
          </p:cNvPr>
          <p:cNvSpPr>
            <a:spLocks noGrp="1"/>
          </p:cNvSpPr>
          <p:nvPr>
            <p:ph type="sldNum" sz="quarter" idx="12"/>
          </p:nvPr>
        </p:nvSpPr>
        <p:spPr/>
        <p:txBody>
          <a:bodyPr/>
          <a:lstStyle/>
          <a:p>
            <a:fld id="{B6F15528-21DE-4FAA-801E-634DDDAF4B2B}" type="slidenum">
              <a:rPr lang="en-US" smtClean="0"/>
              <a:pPr/>
              <a:t>22</a:t>
            </a:fld>
            <a:endParaRPr lang="en-US"/>
          </a:p>
        </p:txBody>
      </p:sp>
      <p:sp>
        <p:nvSpPr>
          <p:cNvPr id="3" name="Text Placeholder 2">
            <a:extLst>
              <a:ext uri="{FF2B5EF4-FFF2-40B4-BE49-F238E27FC236}">
                <a16:creationId xmlns:a16="http://schemas.microsoft.com/office/drawing/2014/main" id="{6CD53062-3BF1-0893-B6D8-45628A5D10F6}"/>
              </a:ext>
            </a:extLst>
          </p:cNvPr>
          <p:cNvSpPr>
            <a:spLocks noGrp="1"/>
          </p:cNvSpPr>
          <p:nvPr>
            <p:ph type="body" sz="quarter" idx="13"/>
          </p:nvPr>
        </p:nvSpPr>
        <p:spPr/>
        <p:txBody>
          <a:bodyPr/>
          <a:lstStyle/>
          <a:p>
            <a:r>
              <a:rPr lang="en-GB"/>
              <a:t>Creating our own blocks</a:t>
            </a:r>
            <a:endParaRPr lang="en-AU"/>
          </a:p>
        </p:txBody>
      </p:sp>
      <p:sp>
        <p:nvSpPr>
          <p:cNvPr id="4" name="Text Placeholder 3">
            <a:extLst>
              <a:ext uri="{FF2B5EF4-FFF2-40B4-BE49-F238E27FC236}">
                <a16:creationId xmlns:a16="http://schemas.microsoft.com/office/drawing/2014/main" id="{7742C1A9-9C47-DEE2-1002-D79021439381}"/>
              </a:ext>
            </a:extLst>
          </p:cNvPr>
          <p:cNvSpPr>
            <a:spLocks noGrp="1"/>
          </p:cNvSpPr>
          <p:nvPr>
            <p:ph type="body" sz="quarter" idx="14"/>
          </p:nvPr>
        </p:nvSpPr>
        <p:spPr/>
        <p:txBody>
          <a:bodyPr/>
          <a:lstStyle/>
          <a:p>
            <a:r>
              <a:rPr lang="en-AU"/>
              <a:t>“</a:t>
            </a:r>
            <a:r>
              <a:rPr lang="en-AU" i="1"/>
              <a:t>Let’s get [student] up the front to follow these instructions. The instructions were clear but did it take a long time to explain? Could we make our own instruction block that’s a little easier? What would we call it…what was the action [student] just performed?”</a:t>
            </a:r>
            <a:endParaRPr lang="en-AU"/>
          </a:p>
          <a:p>
            <a:r>
              <a:rPr lang="en-AU" b="1"/>
              <a:t>Note: Act out the blue block of code, </a:t>
            </a:r>
            <a:r>
              <a:rPr lang="en-AU" b="1" err="1"/>
              <a:t>tehn</a:t>
            </a:r>
            <a:r>
              <a:rPr lang="en-AU" b="1"/>
              <a:t> simply ask the student to walk in a square. What’s easier? Ask children why naming the block something meaningful is important.</a:t>
            </a:r>
          </a:p>
        </p:txBody>
      </p:sp>
    </p:spTree>
    <p:extLst>
      <p:ext uri="{BB962C8B-B14F-4D97-AF65-F5344CB8AC3E}">
        <p14:creationId xmlns:p14="http://schemas.microsoft.com/office/powerpoint/2010/main" val="954298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3705D8-5EFA-482A-A689-C6D0B2A822C1}"/>
              </a:ext>
            </a:extLst>
          </p:cNvPr>
          <p:cNvSpPr>
            <a:spLocks noGrp="1"/>
          </p:cNvSpPr>
          <p:nvPr>
            <p:ph type="sldNum" sz="quarter" idx="12"/>
          </p:nvPr>
        </p:nvSpPr>
        <p:spPr/>
        <p:txBody>
          <a:bodyPr/>
          <a:lstStyle/>
          <a:p>
            <a:fld id="{B6F15528-21DE-4FAA-801E-634DDDAF4B2B}" type="slidenum">
              <a:rPr lang="en-US" smtClean="0"/>
              <a:pPr/>
              <a:t>23</a:t>
            </a:fld>
            <a:endParaRPr lang="en-US"/>
          </a:p>
        </p:txBody>
      </p:sp>
      <p:sp>
        <p:nvSpPr>
          <p:cNvPr id="3" name="Text Placeholder 2">
            <a:extLst>
              <a:ext uri="{FF2B5EF4-FFF2-40B4-BE49-F238E27FC236}">
                <a16:creationId xmlns:a16="http://schemas.microsoft.com/office/drawing/2014/main" id="{9F153724-3263-04CD-4DBC-A2191756B809}"/>
              </a:ext>
            </a:extLst>
          </p:cNvPr>
          <p:cNvSpPr>
            <a:spLocks noGrp="1"/>
          </p:cNvSpPr>
          <p:nvPr>
            <p:ph type="body" sz="quarter" idx="13"/>
          </p:nvPr>
        </p:nvSpPr>
        <p:spPr/>
        <p:txBody>
          <a:bodyPr/>
          <a:lstStyle/>
          <a:p>
            <a:r>
              <a:rPr lang="en-GB"/>
              <a:t>Creating our own blocks</a:t>
            </a:r>
            <a:endParaRPr lang="en-AU"/>
          </a:p>
        </p:txBody>
      </p:sp>
      <p:sp>
        <p:nvSpPr>
          <p:cNvPr id="4" name="Text Placeholder 3">
            <a:extLst>
              <a:ext uri="{FF2B5EF4-FFF2-40B4-BE49-F238E27FC236}">
                <a16:creationId xmlns:a16="http://schemas.microsoft.com/office/drawing/2014/main" id="{6E0031CD-518D-2423-A046-3555B3AAABED}"/>
              </a:ext>
            </a:extLst>
          </p:cNvPr>
          <p:cNvSpPr>
            <a:spLocks noGrp="1"/>
          </p:cNvSpPr>
          <p:nvPr>
            <p:ph type="body" sz="quarter" idx="14"/>
          </p:nvPr>
        </p:nvSpPr>
        <p:spPr>
          <a:xfrm>
            <a:off x="360088" y="1647825"/>
            <a:ext cx="6373222" cy="3562350"/>
          </a:xfrm>
        </p:spPr>
        <p:txBody>
          <a:bodyPr/>
          <a:lstStyle/>
          <a:p>
            <a:r>
              <a:rPr lang="en-GB"/>
              <a:t>Sometimes we want to instruct our code to do something lots of times – like this</a:t>
            </a:r>
          </a:p>
          <a:p>
            <a:endParaRPr lang="en-GB"/>
          </a:p>
          <a:p>
            <a:r>
              <a:rPr lang="en-GB"/>
              <a:t>Rather than repeating our code over and over, we can create a ‘block’ so that we can refer to all of its code with just one name</a:t>
            </a:r>
          </a:p>
          <a:p>
            <a:endParaRPr lang="en-GB"/>
          </a:p>
          <a:p>
            <a:r>
              <a:rPr lang="en-GB"/>
              <a:t>What could we name this block?</a:t>
            </a:r>
          </a:p>
          <a:p>
            <a:r>
              <a:rPr lang="en-GB"/>
              <a:t>Why are good block names important?</a:t>
            </a:r>
          </a:p>
          <a:p>
            <a:endParaRPr lang="en-GB"/>
          </a:p>
        </p:txBody>
      </p:sp>
      <p:pic>
        <p:nvPicPr>
          <p:cNvPr id="8" name="Picture 7">
            <a:extLst>
              <a:ext uri="{FF2B5EF4-FFF2-40B4-BE49-F238E27FC236}">
                <a16:creationId xmlns:a16="http://schemas.microsoft.com/office/drawing/2014/main" id="{9A1F0B0E-0855-8F3D-08D7-24E2C7E55508}"/>
              </a:ext>
            </a:extLst>
          </p:cNvPr>
          <p:cNvPicPr>
            <a:picLocks noChangeAspect="1"/>
          </p:cNvPicPr>
          <p:nvPr/>
        </p:nvPicPr>
        <p:blipFill>
          <a:blip r:embed="rId2"/>
          <a:stretch>
            <a:fillRect/>
          </a:stretch>
        </p:blipFill>
        <p:spPr>
          <a:xfrm>
            <a:off x="6962861" y="1933575"/>
            <a:ext cx="2453742" cy="4167005"/>
          </a:xfrm>
          <a:prstGeom prst="rect">
            <a:avLst/>
          </a:prstGeom>
        </p:spPr>
      </p:pic>
    </p:spTree>
    <p:extLst>
      <p:ext uri="{BB962C8B-B14F-4D97-AF65-F5344CB8AC3E}">
        <p14:creationId xmlns:p14="http://schemas.microsoft.com/office/powerpoint/2010/main" val="38466331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5F802-B65F-A12D-B1E8-C5F90F82DAB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C7C76-72F8-BD85-B1CA-324DD5DC16C1}"/>
              </a:ext>
            </a:extLst>
          </p:cNvPr>
          <p:cNvSpPr>
            <a:spLocks noGrp="1"/>
          </p:cNvSpPr>
          <p:nvPr>
            <p:ph type="sldNum" sz="quarter" idx="12"/>
          </p:nvPr>
        </p:nvSpPr>
        <p:spPr/>
        <p:txBody>
          <a:bodyPr/>
          <a:lstStyle/>
          <a:p>
            <a:fld id="{B6F15528-21DE-4FAA-801E-634DDDAF4B2B}" type="slidenum">
              <a:rPr lang="en-US" smtClean="0"/>
              <a:pPr/>
              <a:t>24</a:t>
            </a:fld>
            <a:endParaRPr lang="en-US"/>
          </a:p>
        </p:txBody>
      </p:sp>
      <p:sp>
        <p:nvSpPr>
          <p:cNvPr id="3" name="Text Placeholder 2">
            <a:extLst>
              <a:ext uri="{FF2B5EF4-FFF2-40B4-BE49-F238E27FC236}">
                <a16:creationId xmlns:a16="http://schemas.microsoft.com/office/drawing/2014/main" id="{E0C15375-4DB1-89C4-C2E7-61A47B064ADD}"/>
              </a:ext>
            </a:extLst>
          </p:cNvPr>
          <p:cNvSpPr>
            <a:spLocks noGrp="1"/>
          </p:cNvSpPr>
          <p:nvPr>
            <p:ph type="body" sz="quarter" idx="13"/>
          </p:nvPr>
        </p:nvSpPr>
        <p:spPr/>
        <p:txBody>
          <a:bodyPr/>
          <a:lstStyle/>
          <a:p>
            <a:r>
              <a:rPr lang="en-GB"/>
              <a:t>Creating our own blocks</a:t>
            </a:r>
            <a:endParaRPr lang="en-AU"/>
          </a:p>
        </p:txBody>
      </p:sp>
      <p:sp>
        <p:nvSpPr>
          <p:cNvPr id="4" name="Text Placeholder 3">
            <a:extLst>
              <a:ext uri="{FF2B5EF4-FFF2-40B4-BE49-F238E27FC236}">
                <a16:creationId xmlns:a16="http://schemas.microsoft.com/office/drawing/2014/main" id="{717B2F4D-E8BC-C0A1-8039-11268E58201B}"/>
              </a:ext>
            </a:extLst>
          </p:cNvPr>
          <p:cNvSpPr>
            <a:spLocks noGrp="1"/>
          </p:cNvSpPr>
          <p:nvPr>
            <p:ph type="body" sz="quarter" idx="14"/>
          </p:nvPr>
        </p:nvSpPr>
        <p:spPr>
          <a:xfrm>
            <a:off x="360088" y="1647825"/>
            <a:ext cx="6373222" cy="3562350"/>
          </a:xfrm>
        </p:spPr>
        <p:txBody>
          <a:bodyPr/>
          <a:lstStyle/>
          <a:p>
            <a:r>
              <a:rPr lang="en-GB"/>
              <a:t>Sometimes we want to instruct our code to do something lots of times</a:t>
            </a:r>
          </a:p>
          <a:p>
            <a:endParaRPr lang="en-GB"/>
          </a:p>
          <a:p>
            <a:r>
              <a:rPr lang="en-GB"/>
              <a:t>Rather than repeating our code over and over, we can define our own block for next time – like this</a:t>
            </a:r>
          </a:p>
          <a:p>
            <a:endParaRPr lang="en-GB"/>
          </a:p>
          <a:p>
            <a:r>
              <a:rPr lang="en-GB"/>
              <a:t>Defining a block adds it to the computers dictionary so it remembers for next time</a:t>
            </a:r>
          </a:p>
          <a:p>
            <a:endParaRPr lang="en-GB"/>
          </a:p>
        </p:txBody>
      </p:sp>
      <p:pic>
        <p:nvPicPr>
          <p:cNvPr id="6" name="Picture 5">
            <a:extLst>
              <a:ext uri="{FF2B5EF4-FFF2-40B4-BE49-F238E27FC236}">
                <a16:creationId xmlns:a16="http://schemas.microsoft.com/office/drawing/2014/main" id="{A5CB36E5-B985-8EC6-1DBC-A7BB1E77B613}"/>
              </a:ext>
            </a:extLst>
          </p:cNvPr>
          <p:cNvPicPr>
            <a:picLocks noChangeAspect="1"/>
          </p:cNvPicPr>
          <p:nvPr/>
        </p:nvPicPr>
        <p:blipFill>
          <a:blip r:embed="rId2"/>
          <a:stretch>
            <a:fillRect/>
          </a:stretch>
        </p:blipFill>
        <p:spPr>
          <a:xfrm>
            <a:off x="6672696" y="1954704"/>
            <a:ext cx="2632363" cy="3401560"/>
          </a:xfrm>
          <a:prstGeom prst="rect">
            <a:avLst/>
          </a:prstGeom>
        </p:spPr>
      </p:pic>
    </p:spTree>
    <p:extLst>
      <p:ext uri="{BB962C8B-B14F-4D97-AF65-F5344CB8AC3E}">
        <p14:creationId xmlns:p14="http://schemas.microsoft.com/office/powerpoint/2010/main" val="3121583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D7321D-A4A4-5056-E5DD-9C34FF8C49D9}"/>
              </a:ext>
            </a:extLst>
          </p:cNvPr>
          <p:cNvSpPr>
            <a:spLocks noGrp="1"/>
          </p:cNvSpPr>
          <p:nvPr>
            <p:ph type="sldNum" sz="quarter" idx="12"/>
          </p:nvPr>
        </p:nvSpPr>
        <p:spPr/>
        <p:txBody>
          <a:bodyPr/>
          <a:lstStyle/>
          <a:p>
            <a:fld id="{B6F15528-21DE-4FAA-801E-634DDDAF4B2B}" type="slidenum">
              <a:rPr lang="en-US" smtClean="0"/>
              <a:pPr/>
              <a:t>25</a:t>
            </a:fld>
            <a:endParaRPr lang="en-US"/>
          </a:p>
        </p:txBody>
      </p:sp>
      <p:sp>
        <p:nvSpPr>
          <p:cNvPr id="3" name="Text Placeholder 2">
            <a:extLst>
              <a:ext uri="{FF2B5EF4-FFF2-40B4-BE49-F238E27FC236}">
                <a16:creationId xmlns:a16="http://schemas.microsoft.com/office/drawing/2014/main" id="{7C151821-F901-E336-8618-6077F9273A70}"/>
              </a:ext>
            </a:extLst>
          </p:cNvPr>
          <p:cNvSpPr>
            <a:spLocks noGrp="1"/>
          </p:cNvSpPr>
          <p:nvPr>
            <p:ph type="body" sz="quarter" idx="13"/>
          </p:nvPr>
        </p:nvSpPr>
        <p:spPr/>
        <p:txBody>
          <a:bodyPr/>
          <a:lstStyle/>
          <a:p>
            <a:r>
              <a:rPr lang="en-GB"/>
              <a:t>Another loop</a:t>
            </a:r>
            <a:endParaRPr lang="en-AU"/>
          </a:p>
        </p:txBody>
      </p:sp>
      <p:sp>
        <p:nvSpPr>
          <p:cNvPr id="4" name="Text Placeholder 3">
            <a:extLst>
              <a:ext uri="{FF2B5EF4-FFF2-40B4-BE49-F238E27FC236}">
                <a16:creationId xmlns:a16="http://schemas.microsoft.com/office/drawing/2014/main" id="{5AF7E0EE-1E63-0BA2-8329-B8597D1654BF}"/>
              </a:ext>
            </a:extLst>
          </p:cNvPr>
          <p:cNvSpPr>
            <a:spLocks noGrp="1"/>
          </p:cNvSpPr>
          <p:nvPr>
            <p:ph type="body" sz="quarter" idx="14"/>
          </p:nvPr>
        </p:nvSpPr>
        <p:spPr/>
        <p:txBody>
          <a:bodyPr/>
          <a:lstStyle/>
          <a:p>
            <a:r>
              <a:rPr lang="en-GB"/>
              <a:t>When you play the game with your friend, think about when the game stops, and put it into the hexagon!</a:t>
            </a:r>
            <a:endParaRPr lang="en-AU"/>
          </a:p>
        </p:txBody>
      </p:sp>
      <p:pic>
        <p:nvPicPr>
          <p:cNvPr id="6" name="Picture 5" descr="A screenshot of a phone&#10;&#10;AI-generated content may be incorrect.">
            <a:extLst>
              <a:ext uri="{FF2B5EF4-FFF2-40B4-BE49-F238E27FC236}">
                <a16:creationId xmlns:a16="http://schemas.microsoft.com/office/drawing/2014/main" id="{2BF3A3D4-A72D-E4A9-F123-DE6D9743237B}"/>
              </a:ext>
            </a:extLst>
          </p:cNvPr>
          <p:cNvPicPr>
            <a:picLocks noChangeAspect="1"/>
          </p:cNvPicPr>
          <p:nvPr/>
        </p:nvPicPr>
        <p:blipFill>
          <a:blip r:embed="rId2">
            <a:clrChange>
              <a:clrFrom>
                <a:srgbClr val="F9F9F9"/>
              </a:clrFrom>
              <a:clrTo>
                <a:srgbClr val="F9F9F9">
                  <a:alpha val="0"/>
                </a:srgbClr>
              </a:clrTo>
            </a:clrChange>
          </a:blip>
          <a:stretch>
            <a:fillRect/>
          </a:stretch>
        </p:blipFill>
        <p:spPr>
          <a:xfrm>
            <a:off x="3735179" y="3137247"/>
            <a:ext cx="2979385" cy="2358678"/>
          </a:xfrm>
          <a:prstGeom prst="rect">
            <a:avLst/>
          </a:prstGeom>
        </p:spPr>
      </p:pic>
    </p:spTree>
    <p:extLst>
      <p:ext uri="{BB962C8B-B14F-4D97-AF65-F5344CB8AC3E}">
        <p14:creationId xmlns:p14="http://schemas.microsoft.com/office/powerpoint/2010/main" val="337283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32B88F8-5417-D898-7AB4-1BDECB951D6A}"/>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5" name="Text Placeholder 2">
            <a:extLst>
              <a:ext uri="{FF2B5EF4-FFF2-40B4-BE49-F238E27FC236}">
                <a16:creationId xmlns:a16="http://schemas.microsoft.com/office/drawing/2014/main" id="{7A322D95-5852-B3B0-F87B-44088EB5501D}"/>
              </a:ext>
            </a:extLst>
          </p:cNvPr>
          <p:cNvSpPr txBox="1">
            <a:spLocks/>
          </p:cNvSpPr>
          <p:nvPr/>
        </p:nvSpPr>
        <p:spPr>
          <a:xfrm>
            <a:off x="489396" y="549236"/>
            <a:ext cx="5505450" cy="952500"/>
          </a:xfrm>
          <a:prstGeom prst="rect">
            <a:avLst/>
          </a:prstGeom>
        </p:spPr>
        <p:txBody>
          <a:bodyPr vert="horz" lIns="91440" tIns="45720" rIns="91440" bIns="45720" rtlCol="0">
            <a:noAutofit/>
          </a:bodyPr>
          <a:lstStyle>
            <a:lvl1pPr marL="0" indent="0" algn="l" defTabSz="475433" rtl="0" eaLnBrk="1" latinLnBrk="0" hangingPunct="1">
              <a:lnSpc>
                <a:spcPts val="4000"/>
              </a:lnSpc>
              <a:spcBef>
                <a:spcPts val="600"/>
              </a:spcBef>
              <a:buFont typeface="Arial" pitchFamily="34" charset="0"/>
              <a:buNone/>
              <a:defRPr lang="en-AU" sz="4400" b="0" kern="1200" cap="none" spc="0" dirty="0">
                <a:ln w="0"/>
                <a:solidFill>
                  <a:srgbClr val="233A17"/>
                </a:solidFill>
                <a:effectLst>
                  <a:outerShdw blurRad="50800" dist="38100" dir="2700000" algn="tl" rotWithShape="0">
                    <a:prstClr val="black">
                      <a:alpha val="40000"/>
                    </a:prstClr>
                  </a:outerShdw>
                </a:effectLst>
                <a:latin typeface="Berlin Sans FB Demi" panose="020E0802020502020306" pitchFamily="34" charset="0"/>
                <a:ea typeface="+mn-ea"/>
                <a:cs typeface="+mn-cs"/>
              </a:defRPr>
            </a:lvl1pPr>
            <a:lvl2pPr marL="386290" indent="-148573" algn="l" defTabSz="475433" rtl="0" eaLnBrk="1" latinLnBrk="0" hangingPunct="1">
              <a:spcBef>
                <a:spcPct val="20000"/>
              </a:spcBef>
              <a:buFont typeface="Arial" pitchFamily="34" charset="0"/>
              <a:buChar char="–"/>
              <a:defRPr sz="1456" kern="1200">
                <a:solidFill>
                  <a:schemeClr val="tx1"/>
                </a:solidFill>
                <a:latin typeface="+mn-lt"/>
                <a:ea typeface="+mn-ea"/>
                <a:cs typeface="+mn-cs"/>
              </a:defRPr>
            </a:lvl2pPr>
            <a:lvl3pPr marL="594292" indent="-118859" algn="l" defTabSz="475433" rtl="0" eaLnBrk="1" latinLnBrk="0" hangingPunct="1">
              <a:spcBef>
                <a:spcPct val="20000"/>
              </a:spcBef>
              <a:buFont typeface="Arial" pitchFamily="34" charset="0"/>
              <a:buChar char="•"/>
              <a:defRPr sz="1248" kern="1200">
                <a:solidFill>
                  <a:schemeClr val="tx1"/>
                </a:solidFill>
                <a:latin typeface="+mn-lt"/>
                <a:ea typeface="+mn-ea"/>
                <a:cs typeface="+mn-cs"/>
              </a:defRPr>
            </a:lvl3pPr>
            <a:lvl4pPr marL="832008"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4pPr>
            <a:lvl5pPr marL="106972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r>
              <a:rPr lang="en-GB"/>
              <a:t>Creating our own blocks - HINT</a:t>
            </a:r>
          </a:p>
        </p:txBody>
      </p:sp>
      <p:sp>
        <p:nvSpPr>
          <p:cNvPr id="6" name="Text Placeholder 3">
            <a:extLst>
              <a:ext uri="{FF2B5EF4-FFF2-40B4-BE49-F238E27FC236}">
                <a16:creationId xmlns:a16="http://schemas.microsoft.com/office/drawing/2014/main" id="{A2FF646D-71E0-75D5-20B8-8DB86A111ECF}"/>
              </a:ext>
            </a:extLst>
          </p:cNvPr>
          <p:cNvSpPr txBox="1">
            <a:spLocks/>
          </p:cNvSpPr>
          <p:nvPr/>
        </p:nvSpPr>
        <p:spPr>
          <a:xfrm>
            <a:off x="489396" y="1933575"/>
            <a:ext cx="4091569" cy="3562350"/>
          </a:xfrm>
          <a:prstGeom prst="rect">
            <a:avLst/>
          </a:prstGeom>
        </p:spPr>
        <p:txBody>
          <a:bodyPr vert="horz" lIns="91440" tIns="45720" rIns="91440" bIns="45720" rtlCol="0">
            <a:no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r>
              <a:rPr lang="en-GB" b="1">
                <a:highlight>
                  <a:srgbClr val="00FFFF"/>
                </a:highlight>
              </a:rPr>
              <a:t>Example Script: </a:t>
            </a:r>
            <a:r>
              <a:rPr lang="en-GB">
                <a:highlight>
                  <a:srgbClr val="00FFFF"/>
                </a:highlight>
              </a:rPr>
              <a:t>[convert to “  “)…</a:t>
            </a:r>
            <a:r>
              <a:rPr lang="en-GB"/>
              <a:t> Instruct students to play around with the values of the white bubbles (repeat and wait) to which animations performed by Blossom look most natural or interesting.</a:t>
            </a:r>
          </a:p>
          <a:p>
            <a:endParaRPr lang="en-GB"/>
          </a:p>
          <a:p>
            <a:r>
              <a:rPr lang="en-GB" b="1"/>
              <a:t>Instruction Note: </a:t>
            </a:r>
            <a:endParaRPr lang="en-AU" b="1"/>
          </a:p>
        </p:txBody>
      </p:sp>
      <p:pic>
        <p:nvPicPr>
          <p:cNvPr id="7" name="Picture 6" descr="A screenshot of a chat&#10;&#10;AI-generated content may be incorrect.">
            <a:extLst>
              <a:ext uri="{FF2B5EF4-FFF2-40B4-BE49-F238E27FC236}">
                <a16:creationId xmlns:a16="http://schemas.microsoft.com/office/drawing/2014/main" id="{24A161A1-94B9-6BF3-E042-7FC503C1F069}"/>
              </a:ext>
            </a:extLst>
          </p:cNvPr>
          <p:cNvPicPr>
            <a:picLocks noChangeAspect="1"/>
          </p:cNvPicPr>
          <p:nvPr/>
        </p:nvPicPr>
        <p:blipFill>
          <a:blip r:embed="rId2"/>
          <a:stretch>
            <a:fillRect/>
          </a:stretch>
        </p:blipFill>
        <p:spPr>
          <a:xfrm>
            <a:off x="4675517" y="1933575"/>
            <a:ext cx="4741087" cy="4035391"/>
          </a:xfrm>
          <a:prstGeom prst="rect">
            <a:avLst/>
          </a:prstGeom>
        </p:spPr>
      </p:pic>
    </p:spTree>
    <p:extLst>
      <p:ext uri="{BB962C8B-B14F-4D97-AF65-F5344CB8AC3E}">
        <p14:creationId xmlns:p14="http://schemas.microsoft.com/office/powerpoint/2010/main" val="2210709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002BE2-4E4B-667E-2F5E-CFA231AAE713}"/>
              </a:ext>
            </a:extLst>
          </p:cNvPr>
          <p:cNvSpPr>
            <a:spLocks noGrp="1"/>
          </p:cNvSpPr>
          <p:nvPr>
            <p:ph type="sldNum" sz="quarter" idx="12"/>
          </p:nvPr>
        </p:nvSpPr>
        <p:spPr/>
        <p:txBody>
          <a:bodyPr/>
          <a:lstStyle/>
          <a:p>
            <a:fld id="{B6F15528-21DE-4FAA-801E-634DDDAF4B2B}" type="slidenum">
              <a:rPr lang="en-US" smtClean="0"/>
              <a:pPr/>
              <a:t>27</a:t>
            </a:fld>
            <a:endParaRPr lang="en-US"/>
          </a:p>
        </p:txBody>
      </p:sp>
      <p:sp>
        <p:nvSpPr>
          <p:cNvPr id="3" name="Text Placeholder 2">
            <a:extLst>
              <a:ext uri="{FF2B5EF4-FFF2-40B4-BE49-F238E27FC236}">
                <a16:creationId xmlns:a16="http://schemas.microsoft.com/office/drawing/2014/main" id="{FA44F290-7609-0DB6-29FA-12CF886F3B3E}"/>
              </a:ext>
            </a:extLst>
          </p:cNvPr>
          <p:cNvSpPr>
            <a:spLocks noGrp="1"/>
          </p:cNvSpPr>
          <p:nvPr>
            <p:ph type="body" sz="quarter" idx="13"/>
          </p:nvPr>
        </p:nvSpPr>
        <p:spPr/>
        <p:txBody>
          <a:bodyPr/>
          <a:lstStyle/>
          <a:p>
            <a:r>
              <a:rPr lang="en-GB"/>
              <a:t> </a:t>
            </a:r>
            <a:endParaRPr lang="en-AU"/>
          </a:p>
        </p:txBody>
      </p:sp>
      <p:sp>
        <p:nvSpPr>
          <p:cNvPr id="4" name="Text Placeholder 3">
            <a:extLst>
              <a:ext uri="{FF2B5EF4-FFF2-40B4-BE49-F238E27FC236}">
                <a16:creationId xmlns:a16="http://schemas.microsoft.com/office/drawing/2014/main" id="{A63376F5-1B75-6DAB-3A60-205BB737EC96}"/>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2562389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6088B-2932-7400-1789-0601A03496D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D42B65-5960-F474-B76F-17C83BE73678}"/>
              </a:ext>
            </a:extLst>
          </p:cNvPr>
          <p:cNvSpPr>
            <a:spLocks noGrp="1"/>
          </p:cNvSpPr>
          <p:nvPr>
            <p:ph type="sldNum" sz="quarter" idx="12"/>
          </p:nvPr>
        </p:nvSpPr>
        <p:spPr/>
        <p:txBody>
          <a:bodyPr/>
          <a:lstStyle/>
          <a:p>
            <a:fld id="{B6F15528-21DE-4FAA-801E-634DDDAF4B2B}" type="slidenum">
              <a:rPr lang="en-US" smtClean="0"/>
              <a:pPr/>
              <a:t>28</a:t>
            </a:fld>
            <a:endParaRPr lang="en-US"/>
          </a:p>
        </p:txBody>
      </p:sp>
      <p:sp>
        <p:nvSpPr>
          <p:cNvPr id="3" name="Text Placeholder 2">
            <a:extLst>
              <a:ext uri="{FF2B5EF4-FFF2-40B4-BE49-F238E27FC236}">
                <a16:creationId xmlns:a16="http://schemas.microsoft.com/office/drawing/2014/main" id="{C56B57E2-DE19-77C1-ECC8-B0EA0D78C2CB}"/>
              </a:ext>
            </a:extLst>
          </p:cNvPr>
          <p:cNvSpPr>
            <a:spLocks noGrp="1"/>
          </p:cNvSpPr>
          <p:nvPr>
            <p:ph type="body" sz="quarter" idx="13"/>
          </p:nvPr>
        </p:nvSpPr>
        <p:spPr/>
        <p:txBody>
          <a:bodyPr/>
          <a:lstStyle/>
          <a:p>
            <a:r>
              <a:rPr lang="en-GB"/>
              <a:t>Creating our own blocks</a:t>
            </a:r>
            <a:endParaRPr lang="en-AU"/>
          </a:p>
        </p:txBody>
      </p:sp>
      <p:sp>
        <p:nvSpPr>
          <p:cNvPr id="4" name="Text Placeholder 3">
            <a:extLst>
              <a:ext uri="{FF2B5EF4-FFF2-40B4-BE49-F238E27FC236}">
                <a16:creationId xmlns:a16="http://schemas.microsoft.com/office/drawing/2014/main" id="{A3010C4C-A846-6F5F-F5E1-C35CD405403E}"/>
              </a:ext>
            </a:extLst>
          </p:cNvPr>
          <p:cNvSpPr>
            <a:spLocks noGrp="1"/>
          </p:cNvSpPr>
          <p:nvPr>
            <p:ph type="body" sz="quarter" idx="14"/>
          </p:nvPr>
        </p:nvSpPr>
        <p:spPr/>
        <p:txBody>
          <a:bodyPr/>
          <a:lstStyle/>
          <a:p>
            <a:r>
              <a:rPr lang="en-GB"/>
              <a:t>Make a block called ‘Shake head’ and one called ‘Nod head’</a:t>
            </a:r>
          </a:p>
          <a:p>
            <a:pPr marL="0" indent="0">
              <a:buNone/>
            </a:pPr>
            <a:endParaRPr lang="en-GB" sz="4000"/>
          </a:p>
          <a:p>
            <a:r>
              <a:rPr lang="en-GB"/>
              <a:t>Underneath, we need to build exactly what we want blossom to do each time</a:t>
            </a:r>
          </a:p>
          <a:p>
            <a:pPr lvl="2"/>
            <a:r>
              <a:rPr lang="en-GB"/>
              <a:t>Think about what you would tell your friend to do if they didn’t know how to nod or shake their head</a:t>
            </a:r>
          </a:p>
        </p:txBody>
      </p:sp>
      <p:pic>
        <p:nvPicPr>
          <p:cNvPr id="6" name="Picture 5">
            <a:extLst>
              <a:ext uri="{FF2B5EF4-FFF2-40B4-BE49-F238E27FC236}">
                <a16:creationId xmlns:a16="http://schemas.microsoft.com/office/drawing/2014/main" id="{D4563CA6-5807-A23C-183D-17D70753F93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184" b="89796" l="7143" r="92857">
                        <a14:foregroundMark x1="7407" y1="32653" x2="8730" y2="68367"/>
                        <a14:foregroundMark x1="69577" y1="31633" x2="88095" y2="60204"/>
                        <a14:foregroundMark x1="92857" y1="36735" x2="92593" y2="64286"/>
                      </a14:backgroundRemoval>
                    </a14:imgEffect>
                  </a14:imgLayer>
                </a14:imgProps>
              </a:ext>
            </a:extLst>
          </a:blip>
          <a:stretch>
            <a:fillRect/>
          </a:stretch>
        </p:blipFill>
        <p:spPr>
          <a:xfrm>
            <a:off x="3152523" y="2495420"/>
            <a:ext cx="3600953" cy="933580"/>
          </a:xfrm>
          <a:prstGeom prst="rect">
            <a:avLst/>
          </a:prstGeom>
        </p:spPr>
      </p:pic>
    </p:spTree>
    <p:extLst>
      <p:ext uri="{BB962C8B-B14F-4D97-AF65-F5344CB8AC3E}">
        <p14:creationId xmlns:p14="http://schemas.microsoft.com/office/powerpoint/2010/main" val="740597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497C2-69AD-332E-07E1-AF10E90349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CCF9AC-BC79-6FCD-246D-1A73A7265A6E}"/>
              </a:ext>
            </a:extLst>
          </p:cNvPr>
          <p:cNvSpPr>
            <a:spLocks noGrp="1"/>
          </p:cNvSpPr>
          <p:nvPr>
            <p:ph type="sldNum" sz="quarter" idx="12"/>
          </p:nvPr>
        </p:nvSpPr>
        <p:spPr/>
        <p:txBody>
          <a:bodyPr/>
          <a:lstStyle/>
          <a:p>
            <a:fld id="{B6F15528-21DE-4FAA-801E-634DDDAF4B2B}" type="slidenum">
              <a:rPr lang="en-US" smtClean="0"/>
              <a:pPr/>
              <a:t>29</a:t>
            </a:fld>
            <a:endParaRPr lang="en-US"/>
          </a:p>
        </p:txBody>
      </p:sp>
      <p:sp>
        <p:nvSpPr>
          <p:cNvPr id="3" name="Text Placeholder 2">
            <a:extLst>
              <a:ext uri="{FF2B5EF4-FFF2-40B4-BE49-F238E27FC236}">
                <a16:creationId xmlns:a16="http://schemas.microsoft.com/office/drawing/2014/main" id="{F68C00EE-BD2F-A788-754F-C310AD8533F4}"/>
              </a:ext>
            </a:extLst>
          </p:cNvPr>
          <p:cNvSpPr>
            <a:spLocks noGrp="1"/>
          </p:cNvSpPr>
          <p:nvPr>
            <p:ph type="body" sz="quarter" idx="13"/>
          </p:nvPr>
        </p:nvSpPr>
        <p:spPr/>
        <p:txBody>
          <a:bodyPr/>
          <a:lstStyle/>
          <a:p>
            <a:r>
              <a:rPr lang="en-GB"/>
              <a:t>Creating Blossom Guessing Game</a:t>
            </a:r>
            <a:endParaRPr lang="en-AU"/>
          </a:p>
        </p:txBody>
      </p:sp>
      <p:sp>
        <p:nvSpPr>
          <p:cNvPr id="4" name="Text Placeholder 3">
            <a:extLst>
              <a:ext uri="{FF2B5EF4-FFF2-40B4-BE49-F238E27FC236}">
                <a16:creationId xmlns:a16="http://schemas.microsoft.com/office/drawing/2014/main" id="{C6AFA5D2-5042-CC80-D3E8-9F21B71E5114}"/>
              </a:ext>
            </a:extLst>
          </p:cNvPr>
          <p:cNvSpPr>
            <a:spLocks noGrp="1"/>
          </p:cNvSpPr>
          <p:nvPr>
            <p:ph type="body" sz="quarter" idx="14"/>
          </p:nvPr>
        </p:nvSpPr>
        <p:spPr>
          <a:xfrm>
            <a:off x="489396" y="1793577"/>
            <a:ext cx="8483154" cy="3562350"/>
          </a:xfrm>
        </p:spPr>
        <p:txBody>
          <a:bodyPr/>
          <a:lstStyle/>
          <a:p>
            <a:r>
              <a:rPr lang="en-GB"/>
              <a:t>All code needs a place to start!</a:t>
            </a:r>
          </a:p>
          <a:p>
            <a:pPr lvl="2"/>
            <a:r>
              <a:rPr lang="en-GB"/>
              <a:t>In the EVENTS section we will see many blocks we can choose to begin our code, pick one and drag it to our script</a:t>
            </a:r>
          </a:p>
          <a:p>
            <a:pPr marL="475433" lvl="2" indent="0">
              <a:buNone/>
            </a:pPr>
            <a:endParaRPr lang="en-GB"/>
          </a:p>
          <a:p>
            <a:r>
              <a:rPr lang="en-GB"/>
              <a:t>Underneath, we need to tell the program exactly what to do when your program starts</a:t>
            </a:r>
            <a:endParaRPr lang="en-AU"/>
          </a:p>
        </p:txBody>
      </p:sp>
      <p:pic>
        <p:nvPicPr>
          <p:cNvPr id="6" name="Picture 5">
            <a:extLst>
              <a:ext uri="{FF2B5EF4-FFF2-40B4-BE49-F238E27FC236}">
                <a16:creationId xmlns:a16="http://schemas.microsoft.com/office/drawing/2014/main" id="{9BC4EAD8-B6CC-29C6-A7FD-F709F4DD6EAA}"/>
              </a:ext>
            </a:extLst>
          </p:cNvPr>
          <p:cNvPicPr>
            <a:picLocks noChangeAspect="1"/>
          </p:cNvPicPr>
          <p:nvPr/>
        </p:nvPicPr>
        <p:blipFill>
          <a:blip r:embed="rId2"/>
          <a:stretch>
            <a:fillRect/>
          </a:stretch>
        </p:blipFill>
        <p:spPr>
          <a:xfrm>
            <a:off x="3242121" y="3246093"/>
            <a:ext cx="1400370" cy="657317"/>
          </a:xfrm>
          <a:prstGeom prst="rect">
            <a:avLst/>
          </a:prstGeom>
        </p:spPr>
      </p:pic>
    </p:spTree>
    <p:extLst>
      <p:ext uri="{BB962C8B-B14F-4D97-AF65-F5344CB8AC3E}">
        <p14:creationId xmlns:p14="http://schemas.microsoft.com/office/powerpoint/2010/main" val="3659435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2F08B-B7BD-E253-D6AE-E4B9143294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92CEDF-4084-B023-B4AD-065DAE230317}"/>
              </a:ext>
            </a:extLst>
          </p:cNvPr>
          <p:cNvSpPr>
            <a:spLocks noGrp="1"/>
          </p:cNvSpPr>
          <p:nvPr>
            <p:ph type="sldNum" sz="quarter" idx="12"/>
          </p:nvPr>
        </p:nvSpPr>
        <p:spPr/>
        <p:txBody>
          <a:bodyPr/>
          <a:lstStyle/>
          <a:p>
            <a:fld id="{B6F15528-21DE-4FAA-801E-634DDDAF4B2B}" type="slidenum">
              <a:rPr lang="en-US" smtClean="0"/>
              <a:pPr/>
              <a:t>30</a:t>
            </a:fld>
            <a:endParaRPr lang="en-US"/>
          </a:p>
        </p:txBody>
      </p:sp>
      <p:sp>
        <p:nvSpPr>
          <p:cNvPr id="3" name="Text Placeholder 2">
            <a:extLst>
              <a:ext uri="{FF2B5EF4-FFF2-40B4-BE49-F238E27FC236}">
                <a16:creationId xmlns:a16="http://schemas.microsoft.com/office/drawing/2014/main" id="{A7B97666-2D4E-B333-54BB-1735545E7FB5}"/>
              </a:ext>
            </a:extLst>
          </p:cNvPr>
          <p:cNvSpPr>
            <a:spLocks noGrp="1"/>
          </p:cNvSpPr>
          <p:nvPr>
            <p:ph type="body" sz="quarter" idx="13"/>
          </p:nvPr>
        </p:nvSpPr>
        <p:spPr/>
        <p:txBody>
          <a:bodyPr/>
          <a:lstStyle/>
          <a:p>
            <a:r>
              <a:rPr lang="en-GB"/>
              <a:t>Creating Blossom Guessing Game</a:t>
            </a:r>
            <a:endParaRPr lang="en-AU"/>
          </a:p>
        </p:txBody>
      </p:sp>
      <p:sp>
        <p:nvSpPr>
          <p:cNvPr id="4" name="Text Placeholder 3">
            <a:extLst>
              <a:ext uri="{FF2B5EF4-FFF2-40B4-BE49-F238E27FC236}">
                <a16:creationId xmlns:a16="http://schemas.microsoft.com/office/drawing/2014/main" id="{974ADE32-487E-1EE8-99CC-7B5F2F85F18F}"/>
              </a:ext>
            </a:extLst>
          </p:cNvPr>
          <p:cNvSpPr>
            <a:spLocks noGrp="1"/>
          </p:cNvSpPr>
          <p:nvPr>
            <p:ph type="body" sz="quarter" idx="14"/>
          </p:nvPr>
        </p:nvSpPr>
        <p:spPr>
          <a:xfrm>
            <a:off x="489396" y="2170095"/>
            <a:ext cx="8483154" cy="3562350"/>
          </a:xfrm>
        </p:spPr>
        <p:txBody>
          <a:bodyPr/>
          <a:lstStyle/>
          <a:p>
            <a:r>
              <a:rPr lang="en-GB"/>
              <a:t>First, we need Blossom to think of a number, in the operators section you will find this block</a:t>
            </a:r>
          </a:p>
          <a:p>
            <a:pPr lvl="2"/>
            <a:r>
              <a:rPr lang="en-GB"/>
              <a:t>We can change the numbers to be anything we like</a:t>
            </a:r>
          </a:p>
          <a:p>
            <a:pPr marL="0" indent="0">
              <a:buNone/>
            </a:pPr>
            <a:endParaRPr lang="en-GB"/>
          </a:p>
          <a:p>
            <a:r>
              <a:rPr lang="en-GB"/>
              <a:t>Once Blossom has thought of a random number, we can then ask the question</a:t>
            </a:r>
          </a:p>
        </p:txBody>
      </p:sp>
      <p:pic>
        <p:nvPicPr>
          <p:cNvPr id="9" name="Picture 8">
            <a:extLst>
              <a:ext uri="{FF2B5EF4-FFF2-40B4-BE49-F238E27FC236}">
                <a16:creationId xmlns:a16="http://schemas.microsoft.com/office/drawing/2014/main" id="{3ABF5A7B-F676-DC63-FE01-EAE2CABA8AFA}"/>
              </a:ext>
            </a:extLst>
          </p:cNvPr>
          <p:cNvPicPr>
            <a:picLocks noChangeAspect="1"/>
          </p:cNvPicPr>
          <p:nvPr/>
        </p:nvPicPr>
        <p:blipFill>
          <a:blip r:embed="rId2"/>
          <a:stretch>
            <a:fillRect/>
          </a:stretch>
        </p:blipFill>
        <p:spPr>
          <a:xfrm>
            <a:off x="6705273" y="2641477"/>
            <a:ext cx="1607587" cy="523063"/>
          </a:xfrm>
          <a:prstGeom prst="rect">
            <a:avLst/>
          </a:prstGeom>
        </p:spPr>
      </p:pic>
      <p:pic>
        <p:nvPicPr>
          <p:cNvPr id="11" name="Picture 10" descr="A yellow and blue rectangle with black text&#10;&#10;AI-generated content may be incorrect.">
            <a:extLst>
              <a:ext uri="{FF2B5EF4-FFF2-40B4-BE49-F238E27FC236}">
                <a16:creationId xmlns:a16="http://schemas.microsoft.com/office/drawing/2014/main" id="{E9117338-AECE-FADB-93F8-FDEC7D6DFE12}"/>
              </a:ext>
            </a:extLst>
          </p:cNvPr>
          <p:cNvPicPr>
            <a:picLocks noChangeAspect="1"/>
          </p:cNvPicPr>
          <p:nvPr/>
        </p:nvPicPr>
        <p:blipFill>
          <a:blip r:embed="rId3"/>
          <a:stretch>
            <a:fillRect/>
          </a:stretch>
        </p:blipFill>
        <p:spPr>
          <a:xfrm>
            <a:off x="4730973" y="4651528"/>
            <a:ext cx="2686425" cy="495369"/>
          </a:xfrm>
          <a:prstGeom prst="rect">
            <a:avLst/>
          </a:prstGeom>
        </p:spPr>
      </p:pic>
    </p:spTree>
    <p:extLst>
      <p:ext uri="{BB962C8B-B14F-4D97-AF65-F5344CB8AC3E}">
        <p14:creationId xmlns:p14="http://schemas.microsoft.com/office/powerpoint/2010/main" val="452613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F1735-5AAA-510A-7560-5C72F5B8C3C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543399-AEA1-1E51-89C1-BF884898D9DA}"/>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3" name="Text Placeholder 2">
            <a:extLst>
              <a:ext uri="{FF2B5EF4-FFF2-40B4-BE49-F238E27FC236}">
                <a16:creationId xmlns:a16="http://schemas.microsoft.com/office/drawing/2014/main" id="{E547EA13-015E-049F-B715-12154FE2CD34}"/>
              </a:ext>
            </a:extLst>
          </p:cNvPr>
          <p:cNvSpPr>
            <a:spLocks noGrp="1"/>
          </p:cNvSpPr>
          <p:nvPr>
            <p:ph type="body" sz="quarter" idx="13"/>
          </p:nvPr>
        </p:nvSpPr>
        <p:spPr/>
        <p:txBody>
          <a:bodyPr/>
          <a:lstStyle/>
          <a:p>
            <a:r>
              <a:rPr lang="en-GB"/>
              <a:t>Creating Blossom Guessing Game</a:t>
            </a:r>
            <a:endParaRPr lang="en-AU"/>
          </a:p>
        </p:txBody>
      </p:sp>
      <p:sp>
        <p:nvSpPr>
          <p:cNvPr id="4" name="Text Placeholder 3">
            <a:extLst>
              <a:ext uri="{FF2B5EF4-FFF2-40B4-BE49-F238E27FC236}">
                <a16:creationId xmlns:a16="http://schemas.microsoft.com/office/drawing/2014/main" id="{887F9B9A-4837-696D-FE5B-5810F6CE5433}"/>
              </a:ext>
            </a:extLst>
          </p:cNvPr>
          <p:cNvSpPr>
            <a:spLocks noGrp="1"/>
          </p:cNvSpPr>
          <p:nvPr>
            <p:ph type="body" sz="quarter" idx="14"/>
          </p:nvPr>
        </p:nvSpPr>
        <p:spPr>
          <a:xfrm>
            <a:off x="489396" y="2170095"/>
            <a:ext cx="8483154" cy="3562350"/>
          </a:xfrm>
        </p:spPr>
        <p:txBody>
          <a:bodyPr/>
          <a:lstStyle/>
          <a:p>
            <a:r>
              <a:rPr lang="en-GB"/>
              <a:t>First, we need Blossom to think of a number, in the operators section you will find this block</a:t>
            </a:r>
          </a:p>
          <a:p>
            <a:pPr lvl="2"/>
            <a:r>
              <a:rPr lang="en-GB"/>
              <a:t>We can change the numbers to be anything we like</a:t>
            </a:r>
          </a:p>
          <a:p>
            <a:pPr marL="475433" lvl="2" indent="0">
              <a:buNone/>
            </a:pPr>
            <a:endParaRPr lang="en-GB"/>
          </a:p>
          <a:p>
            <a:pPr marL="176213" lvl="2" indent="-176213"/>
            <a:r>
              <a:rPr lang="en-GB"/>
              <a:t>We can make this number a variable, call it something meaningful for when we use it later</a:t>
            </a:r>
          </a:p>
          <a:p>
            <a:pPr marL="0" indent="0">
              <a:buNone/>
            </a:pPr>
            <a:endParaRPr lang="en-GB"/>
          </a:p>
        </p:txBody>
      </p:sp>
      <p:pic>
        <p:nvPicPr>
          <p:cNvPr id="9" name="Picture 8">
            <a:extLst>
              <a:ext uri="{FF2B5EF4-FFF2-40B4-BE49-F238E27FC236}">
                <a16:creationId xmlns:a16="http://schemas.microsoft.com/office/drawing/2014/main" id="{83A9905A-2243-46C7-431C-82C09A0715F4}"/>
              </a:ext>
            </a:extLst>
          </p:cNvPr>
          <p:cNvPicPr>
            <a:picLocks noChangeAspect="1"/>
          </p:cNvPicPr>
          <p:nvPr/>
        </p:nvPicPr>
        <p:blipFill>
          <a:blip r:embed="rId2"/>
          <a:stretch>
            <a:fillRect/>
          </a:stretch>
        </p:blipFill>
        <p:spPr>
          <a:xfrm>
            <a:off x="6705273" y="2641477"/>
            <a:ext cx="1607587" cy="523063"/>
          </a:xfrm>
          <a:prstGeom prst="rect">
            <a:avLst/>
          </a:prstGeom>
        </p:spPr>
      </p:pic>
      <p:pic>
        <p:nvPicPr>
          <p:cNvPr id="6" name="Picture 5">
            <a:extLst>
              <a:ext uri="{FF2B5EF4-FFF2-40B4-BE49-F238E27FC236}">
                <a16:creationId xmlns:a16="http://schemas.microsoft.com/office/drawing/2014/main" id="{9AC237DA-70F2-B4D3-41E8-613C57472660}"/>
              </a:ext>
            </a:extLst>
          </p:cNvPr>
          <p:cNvPicPr>
            <a:picLocks noChangeAspect="1"/>
          </p:cNvPicPr>
          <p:nvPr/>
        </p:nvPicPr>
        <p:blipFill>
          <a:blip r:embed="rId3"/>
          <a:stretch>
            <a:fillRect/>
          </a:stretch>
        </p:blipFill>
        <p:spPr>
          <a:xfrm>
            <a:off x="1727357" y="5234445"/>
            <a:ext cx="6912049" cy="895235"/>
          </a:xfrm>
          <a:prstGeom prst="rect">
            <a:avLst/>
          </a:prstGeom>
        </p:spPr>
      </p:pic>
    </p:spTree>
    <p:extLst>
      <p:ext uri="{BB962C8B-B14F-4D97-AF65-F5344CB8AC3E}">
        <p14:creationId xmlns:p14="http://schemas.microsoft.com/office/powerpoint/2010/main" val="1713345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CE0AE3-1D19-1113-9A32-D632183E4298}"/>
              </a:ext>
            </a:extLst>
          </p:cNvPr>
          <p:cNvSpPr>
            <a:spLocks noGrp="1"/>
          </p:cNvSpPr>
          <p:nvPr>
            <p:ph type="sldNum" sz="quarter" idx="12"/>
          </p:nvPr>
        </p:nvSpPr>
        <p:spPr/>
        <p:txBody>
          <a:bodyPr/>
          <a:lstStyle/>
          <a:p>
            <a:fld id="{B6F15528-21DE-4FAA-801E-634DDDAF4B2B}" type="slidenum">
              <a:rPr lang="en-US" smtClean="0"/>
              <a:pPr/>
              <a:t>32</a:t>
            </a:fld>
            <a:endParaRPr lang="en-US"/>
          </a:p>
        </p:txBody>
      </p:sp>
      <p:sp>
        <p:nvSpPr>
          <p:cNvPr id="5" name="Text Placeholder 2">
            <a:extLst>
              <a:ext uri="{FF2B5EF4-FFF2-40B4-BE49-F238E27FC236}">
                <a16:creationId xmlns:a16="http://schemas.microsoft.com/office/drawing/2014/main" id="{1E6304F1-037F-B222-919B-57D49F5A5600}"/>
              </a:ext>
            </a:extLst>
          </p:cNvPr>
          <p:cNvSpPr>
            <a:spLocks noGrp="1"/>
          </p:cNvSpPr>
          <p:nvPr>
            <p:ph type="body" sz="quarter" idx="13"/>
          </p:nvPr>
        </p:nvSpPr>
        <p:spPr>
          <a:xfrm>
            <a:off x="488950" y="676275"/>
            <a:ext cx="5505450" cy="952500"/>
          </a:xfrm>
        </p:spPr>
        <p:txBody>
          <a:bodyPr/>
          <a:lstStyle/>
          <a:p>
            <a:r>
              <a:rPr lang="en-GB"/>
              <a:t>Creating Blossom Guessing Game- HINT</a:t>
            </a:r>
            <a:endParaRPr lang="en-AU"/>
          </a:p>
        </p:txBody>
      </p:sp>
      <p:sp>
        <p:nvSpPr>
          <p:cNvPr id="6" name="Text Placeholder 3">
            <a:extLst>
              <a:ext uri="{FF2B5EF4-FFF2-40B4-BE49-F238E27FC236}">
                <a16:creationId xmlns:a16="http://schemas.microsoft.com/office/drawing/2014/main" id="{5B286673-A823-39CA-6F3E-70F6E5F7FD3D}"/>
              </a:ext>
            </a:extLst>
          </p:cNvPr>
          <p:cNvSpPr txBox="1">
            <a:spLocks/>
          </p:cNvSpPr>
          <p:nvPr/>
        </p:nvSpPr>
        <p:spPr>
          <a:xfrm>
            <a:off x="488950" y="2286636"/>
            <a:ext cx="4602557" cy="3562350"/>
          </a:xfrm>
          <a:prstGeom prst="rect">
            <a:avLst/>
          </a:prstGeom>
        </p:spPr>
        <p:txBody>
          <a:bodyPr vert="horz" lIns="91440" tIns="45720" rIns="91440" bIns="45720" rtlCol="0">
            <a:noAutofit/>
          </a:bodyPr>
          <a:lstStyle>
            <a:lvl1pPr marL="178287" indent="-178287"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1pPr>
            <a:lvl2pPr marL="386290" indent="-148573" algn="l" defTabSz="475433" rtl="0" eaLnBrk="1" latinLnBrk="0" hangingPunct="1">
              <a:lnSpc>
                <a:spcPts val="3400"/>
              </a:lnSpc>
              <a:spcBef>
                <a:spcPts val="0"/>
              </a:spcBef>
              <a:buFont typeface="Wingdings" panose="05000000000000000000" pitchFamily="2" charset="2"/>
              <a:buChar char="§"/>
              <a:defRPr lang="en-US" sz="1600" b="0" kern="1200" cap="none" spc="0" dirty="0" smtClean="0">
                <a:ln w="0"/>
                <a:solidFill>
                  <a:srgbClr val="233A17"/>
                </a:solidFill>
                <a:latin typeface="Aptos" panose="020B0004020202020204" pitchFamily="34" charset="0"/>
                <a:ea typeface="+mn-ea"/>
                <a:cs typeface="+mn-cs"/>
              </a:defRPr>
            </a:lvl2pPr>
            <a:lvl3pPr marL="594292"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3pPr>
            <a:lvl4pPr marL="832008" indent="-118859" algn="l" defTabSz="475433" rtl="0" eaLnBrk="1" latinLnBrk="0" hangingPunct="1">
              <a:lnSpc>
                <a:spcPts val="3400"/>
              </a:lnSpc>
              <a:spcBef>
                <a:spcPts val="0"/>
              </a:spcBef>
              <a:buFont typeface="Arial" pitchFamily="34" charset="0"/>
              <a:buChar char="–"/>
              <a:defRPr lang="en-US" sz="1600" b="0" kern="1200" cap="none" spc="0" dirty="0" smtClean="0">
                <a:ln w="0"/>
                <a:solidFill>
                  <a:srgbClr val="233A17"/>
                </a:solidFill>
                <a:latin typeface="Aptos" panose="020B0004020202020204" pitchFamily="34" charset="0"/>
                <a:ea typeface="+mn-ea"/>
                <a:cs typeface="+mn-cs"/>
              </a:defRPr>
            </a:lvl4pPr>
            <a:lvl5pPr marL="1069725" indent="-118859" algn="l" defTabSz="475433" rtl="0" eaLnBrk="1" latinLnBrk="0" hangingPunct="1">
              <a:lnSpc>
                <a:spcPts val="3400"/>
              </a:lnSpc>
              <a:spcBef>
                <a:spcPts val="0"/>
              </a:spcBef>
              <a:buFont typeface="Arial" pitchFamily="34" charset="0"/>
              <a:buChar char="»"/>
              <a:defRPr lang="en-AU" sz="1600" b="0" kern="1200" cap="none" spc="0" dirty="0">
                <a:ln w="0"/>
                <a:solidFill>
                  <a:srgbClr val="233A17"/>
                </a:solidFill>
                <a:latin typeface="Aptos" panose="020B0004020202020204" pitchFamily="34" charset="0"/>
                <a:ea typeface="+mn-ea"/>
                <a:cs typeface="+mn-cs"/>
              </a:defRPr>
            </a:lvl5pPr>
            <a:lvl6pPr marL="130744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6pPr>
            <a:lvl7pPr marL="1545160"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7pPr>
            <a:lvl8pPr marL="1782875"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8pPr>
            <a:lvl9pPr marL="2020592" indent="-118859" algn="l" defTabSz="475433" rtl="0" eaLnBrk="1" latinLnBrk="0" hangingPunct="1">
              <a:spcBef>
                <a:spcPct val="20000"/>
              </a:spcBef>
              <a:buFont typeface="Arial" pitchFamily="34" charset="0"/>
              <a:buChar char="•"/>
              <a:defRPr sz="1040" kern="1200">
                <a:solidFill>
                  <a:schemeClr val="tx1"/>
                </a:solidFill>
                <a:latin typeface="+mn-lt"/>
                <a:ea typeface="+mn-ea"/>
                <a:cs typeface="+mn-cs"/>
              </a:defRPr>
            </a:lvl9pPr>
          </a:lstStyle>
          <a:p>
            <a:r>
              <a:rPr lang="en-GB"/>
              <a:t>Your code should look something like this</a:t>
            </a:r>
          </a:p>
          <a:p>
            <a:r>
              <a:rPr lang="en-GB"/>
              <a:t>Again, we can play around with all the bubbles in white to better suit our game</a:t>
            </a:r>
          </a:p>
          <a:p>
            <a:r>
              <a:rPr lang="en-GB"/>
              <a:t>Should Blossom speak for longer or would you prefer it to say different things?</a:t>
            </a:r>
            <a:endParaRPr lang="en-AU"/>
          </a:p>
        </p:txBody>
      </p:sp>
      <p:pic>
        <p:nvPicPr>
          <p:cNvPr id="7" name="Picture 6" descr="A screenshot of a computer game&#10;&#10;AI-generated content may be incorrect.">
            <a:extLst>
              <a:ext uri="{FF2B5EF4-FFF2-40B4-BE49-F238E27FC236}">
                <a16:creationId xmlns:a16="http://schemas.microsoft.com/office/drawing/2014/main" id="{C1CB9943-9934-4D3B-A4AE-0B3A897E115A}"/>
              </a:ext>
            </a:extLst>
          </p:cNvPr>
          <p:cNvPicPr>
            <a:picLocks noChangeAspect="1"/>
          </p:cNvPicPr>
          <p:nvPr/>
        </p:nvPicPr>
        <p:blipFill>
          <a:blip r:embed="rId2"/>
          <a:stretch>
            <a:fillRect/>
          </a:stretch>
        </p:blipFill>
        <p:spPr>
          <a:xfrm>
            <a:off x="5517775" y="1694166"/>
            <a:ext cx="3160059" cy="4960192"/>
          </a:xfrm>
          <a:prstGeom prst="rect">
            <a:avLst/>
          </a:prstGeom>
        </p:spPr>
      </p:pic>
    </p:spTree>
    <p:extLst>
      <p:ext uri="{BB962C8B-B14F-4D97-AF65-F5344CB8AC3E}">
        <p14:creationId xmlns:p14="http://schemas.microsoft.com/office/powerpoint/2010/main" val="19223049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69CD31-F2B6-2642-6BBA-8C86BC4E5475}"/>
              </a:ext>
            </a:extLst>
          </p:cNvPr>
          <p:cNvSpPr>
            <a:spLocks noGrp="1"/>
          </p:cNvSpPr>
          <p:nvPr>
            <p:ph type="sldNum" sz="quarter" idx="12"/>
          </p:nvPr>
        </p:nvSpPr>
        <p:spPr/>
        <p:txBody>
          <a:bodyPr/>
          <a:lstStyle/>
          <a:p>
            <a:fld id="{B6F15528-21DE-4FAA-801E-634DDDAF4B2B}" type="slidenum">
              <a:rPr lang="en-US" smtClean="0"/>
              <a:pPr/>
              <a:t>33</a:t>
            </a:fld>
            <a:endParaRPr lang="en-US"/>
          </a:p>
        </p:txBody>
      </p:sp>
      <p:sp>
        <p:nvSpPr>
          <p:cNvPr id="3" name="Text Placeholder 2">
            <a:extLst>
              <a:ext uri="{FF2B5EF4-FFF2-40B4-BE49-F238E27FC236}">
                <a16:creationId xmlns:a16="http://schemas.microsoft.com/office/drawing/2014/main" id="{6BDC1629-CA89-C89C-B632-8DEABE0A4233}"/>
              </a:ext>
            </a:extLst>
          </p:cNvPr>
          <p:cNvSpPr>
            <a:spLocks noGrp="1"/>
          </p:cNvSpPr>
          <p:nvPr>
            <p:ph type="body" sz="quarter" idx="13"/>
          </p:nvPr>
        </p:nvSpPr>
        <p:spPr/>
        <p:txBody>
          <a:bodyPr/>
          <a:lstStyle/>
          <a:p>
            <a:r>
              <a:rPr lang="en-GB"/>
              <a:t>Coding discussion</a:t>
            </a:r>
            <a:endParaRPr lang="en-AU"/>
          </a:p>
        </p:txBody>
      </p:sp>
      <p:sp>
        <p:nvSpPr>
          <p:cNvPr id="4" name="Text Placeholder 3">
            <a:extLst>
              <a:ext uri="{FF2B5EF4-FFF2-40B4-BE49-F238E27FC236}">
                <a16:creationId xmlns:a16="http://schemas.microsoft.com/office/drawing/2014/main" id="{DD12AB4D-812B-BBF5-3F49-438448134A6F}"/>
              </a:ext>
            </a:extLst>
          </p:cNvPr>
          <p:cNvSpPr>
            <a:spLocks noGrp="1"/>
          </p:cNvSpPr>
          <p:nvPr>
            <p:ph type="body" sz="quarter" idx="14"/>
          </p:nvPr>
        </p:nvSpPr>
        <p:spPr/>
        <p:txBody>
          <a:bodyPr/>
          <a:lstStyle/>
          <a:p>
            <a:r>
              <a:rPr lang="en-GB"/>
              <a:t>Have a discussion with the students about future occupations or daily tasks that may be easier with coding</a:t>
            </a:r>
          </a:p>
          <a:p>
            <a:r>
              <a:rPr lang="en-AU"/>
              <a:t>Coding is like a problem-solving superpower, what problem would you use coding to help solve</a:t>
            </a:r>
          </a:p>
          <a:p>
            <a:r>
              <a:rPr lang="en-AU"/>
              <a:t>Even if you’re job doesn’t need coding skills, it can teach us how to break problems down into smaller steps. When can this be useful?</a:t>
            </a:r>
          </a:p>
        </p:txBody>
      </p:sp>
    </p:spTree>
    <p:extLst>
      <p:ext uri="{BB962C8B-B14F-4D97-AF65-F5344CB8AC3E}">
        <p14:creationId xmlns:p14="http://schemas.microsoft.com/office/powerpoint/2010/main" val="4062376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9CE9FC-1BAC-3AC6-42B3-0FDE54699F51}"/>
              </a:ext>
            </a:extLst>
          </p:cNvPr>
          <p:cNvSpPr>
            <a:spLocks noGrp="1"/>
          </p:cNvSpPr>
          <p:nvPr>
            <p:ph type="sldNum" sz="quarter" idx="12"/>
          </p:nvPr>
        </p:nvSpPr>
        <p:spPr/>
        <p:txBody>
          <a:bodyPr/>
          <a:lstStyle/>
          <a:p>
            <a:fld id="{B6F15528-21DE-4FAA-801E-634DDDAF4B2B}" type="slidenum">
              <a:rPr lang="en-US" smtClean="0"/>
              <a:pPr/>
              <a:t>34</a:t>
            </a:fld>
            <a:endParaRPr lang="en-US"/>
          </a:p>
        </p:txBody>
      </p:sp>
      <p:sp>
        <p:nvSpPr>
          <p:cNvPr id="3" name="Text Placeholder 2">
            <a:extLst>
              <a:ext uri="{FF2B5EF4-FFF2-40B4-BE49-F238E27FC236}">
                <a16:creationId xmlns:a16="http://schemas.microsoft.com/office/drawing/2014/main" id="{B718FE30-23A8-AFDD-958C-2AFAA59B5734}"/>
              </a:ext>
            </a:extLst>
          </p:cNvPr>
          <p:cNvSpPr>
            <a:spLocks noGrp="1"/>
          </p:cNvSpPr>
          <p:nvPr>
            <p:ph type="body" sz="quarter" idx="13"/>
          </p:nvPr>
        </p:nvSpPr>
        <p:spPr/>
        <p:txBody>
          <a:bodyPr/>
          <a:lstStyle/>
          <a:p>
            <a:r>
              <a:rPr lang="en-AU"/>
              <a:t>Summary</a:t>
            </a:r>
          </a:p>
        </p:txBody>
      </p:sp>
      <p:sp>
        <p:nvSpPr>
          <p:cNvPr id="4" name="Text Placeholder 3">
            <a:extLst>
              <a:ext uri="{FF2B5EF4-FFF2-40B4-BE49-F238E27FC236}">
                <a16:creationId xmlns:a16="http://schemas.microsoft.com/office/drawing/2014/main" id="{B463E487-B00A-BEE0-0687-C8749E4C9DEF}"/>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2852150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3B77EB-5A54-0C07-2406-B303EA637F14}"/>
              </a:ext>
            </a:extLst>
          </p:cNvPr>
          <p:cNvSpPr>
            <a:spLocks noGrp="1"/>
          </p:cNvSpPr>
          <p:nvPr>
            <p:ph type="sldNum" sz="quarter" idx="12"/>
          </p:nvPr>
        </p:nvSpPr>
        <p:spPr/>
        <p:txBody>
          <a:bodyPr/>
          <a:lstStyle/>
          <a:p>
            <a:fld id="{B6F15528-21DE-4FAA-801E-634DDDAF4B2B}" type="slidenum">
              <a:rPr lang="en-US" smtClean="0"/>
              <a:pPr/>
              <a:t>35</a:t>
            </a:fld>
            <a:endParaRPr lang="en-US"/>
          </a:p>
        </p:txBody>
      </p:sp>
      <p:sp>
        <p:nvSpPr>
          <p:cNvPr id="3" name="Text Placeholder 2">
            <a:extLst>
              <a:ext uri="{FF2B5EF4-FFF2-40B4-BE49-F238E27FC236}">
                <a16:creationId xmlns:a16="http://schemas.microsoft.com/office/drawing/2014/main" id="{FAEE4E71-5876-A2C4-FD26-CE548216836A}"/>
              </a:ext>
            </a:extLst>
          </p:cNvPr>
          <p:cNvSpPr>
            <a:spLocks noGrp="1"/>
          </p:cNvSpPr>
          <p:nvPr>
            <p:ph type="body" sz="quarter" idx="13"/>
          </p:nvPr>
        </p:nvSpPr>
        <p:spPr/>
        <p:txBody>
          <a:bodyPr/>
          <a:lstStyle/>
          <a:p>
            <a:r>
              <a:rPr lang="en-AU"/>
              <a:t>Questionnaire</a:t>
            </a:r>
          </a:p>
        </p:txBody>
      </p:sp>
      <p:sp>
        <p:nvSpPr>
          <p:cNvPr id="4" name="Text Placeholder 3">
            <a:extLst>
              <a:ext uri="{FF2B5EF4-FFF2-40B4-BE49-F238E27FC236}">
                <a16:creationId xmlns:a16="http://schemas.microsoft.com/office/drawing/2014/main" id="{E13AA2F1-3E8E-F220-694A-21D127C46EFF}"/>
              </a:ext>
            </a:extLst>
          </p:cNvPr>
          <p:cNvSpPr>
            <a:spLocks noGrp="1"/>
          </p:cNvSpPr>
          <p:nvPr>
            <p:ph type="body" sz="quarter" idx="14"/>
          </p:nvPr>
        </p:nvSpPr>
        <p:spPr/>
        <p:txBody>
          <a:bodyPr/>
          <a:lstStyle/>
          <a:p>
            <a:endParaRPr lang="en-AU"/>
          </a:p>
        </p:txBody>
      </p:sp>
    </p:spTree>
    <p:extLst>
      <p:ext uri="{BB962C8B-B14F-4D97-AF65-F5344CB8AC3E}">
        <p14:creationId xmlns:p14="http://schemas.microsoft.com/office/powerpoint/2010/main" val="923499938"/>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A4 Paper (210x297 mm)</PresentationFormat>
  <Slides>35</Slides>
  <Notes>8</Notes>
  <HiddenSlides>0</HiddenSlide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Cute Abstract Aesthetic Chronology Timeline Infographic</dc:title>
  <dc:creator>Sophia Jäger</dc:creator>
  <cp:revision>1</cp:revision>
  <dcterms:created xsi:type="dcterms:W3CDTF">2006-08-16T00:00:00Z</dcterms:created>
  <dcterms:modified xsi:type="dcterms:W3CDTF">2026-02-23T03:19:35Z</dcterms:modified>
  <dc:identifier>DAGuyFn6prM</dc:identifier>
</cp:coreProperties>
</file>