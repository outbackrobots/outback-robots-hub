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7"/>
  </p:notesMasterIdLst>
  <p:sldIdLst>
    <p:sldId id="372" r:id="rId2"/>
    <p:sldId id="351" r:id="rId3"/>
    <p:sldId id="392" r:id="rId4"/>
    <p:sldId id="352" r:id="rId5"/>
    <p:sldId id="353" r:id="rId6"/>
    <p:sldId id="359" r:id="rId7"/>
    <p:sldId id="390" r:id="rId8"/>
    <p:sldId id="391" r:id="rId9"/>
    <p:sldId id="382" r:id="rId10"/>
    <p:sldId id="374" r:id="rId11"/>
    <p:sldId id="384" r:id="rId12"/>
    <p:sldId id="375" r:id="rId13"/>
    <p:sldId id="383" r:id="rId14"/>
    <p:sldId id="376" r:id="rId15"/>
    <p:sldId id="385" r:id="rId16"/>
    <p:sldId id="386" r:id="rId17"/>
    <p:sldId id="378" r:id="rId18"/>
    <p:sldId id="387" r:id="rId19"/>
    <p:sldId id="379" r:id="rId20"/>
    <p:sldId id="381" r:id="rId21"/>
    <p:sldId id="377" r:id="rId22"/>
    <p:sldId id="388" r:id="rId23"/>
    <p:sldId id="380" r:id="rId24"/>
    <p:sldId id="371" r:id="rId25"/>
    <p:sldId id="355" r:id="rId26"/>
  </p:sldIdLst>
  <p:sldSz cx="9906000" cy="6858000" type="A4"/>
  <p:notesSz cx="7099300" cy="10234613"/>
  <p:embeddedFontLst>
    <p:embeddedFont>
      <p:font typeface="Berlin Sans FB" panose="020E0602020502020306" pitchFamily="34" charset="0"/>
      <p:regular r:id="rId28"/>
      <p:bold r:id="rId29"/>
    </p:embeddedFont>
    <p:embeddedFont>
      <p:font typeface="Berlin Sans FB Demi" panose="020E0802020502020306" pitchFamily="34" charset="0"/>
      <p:bold r:id="rId30"/>
    </p:embeddedFont>
  </p:embeddedFontLst>
  <p:defaultTextStyle>
    <a:defPPr>
      <a:defRPr lang="en-US"/>
    </a:defPPr>
    <a:lvl1pPr marL="0" algn="l" defTabSz="574700" rtl="0" eaLnBrk="1" latinLnBrk="0" hangingPunct="1">
      <a:defRPr sz="1131" kern="1200">
        <a:solidFill>
          <a:schemeClr val="tx1"/>
        </a:solidFill>
        <a:latin typeface="+mn-lt"/>
        <a:ea typeface="+mn-ea"/>
        <a:cs typeface="+mn-cs"/>
      </a:defRPr>
    </a:lvl1pPr>
    <a:lvl2pPr marL="287350" algn="l" defTabSz="574700" rtl="0" eaLnBrk="1" latinLnBrk="0" hangingPunct="1">
      <a:defRPr sz="1131" kern="1200">
        <a:solidFill>
          <a:schemeClr val="tx1"/>
        </a:solidFill>
        <a:latin typeface="+mn-lt"/>
        <a:ea typeface="+mn-ea"/>
        <a:cs typeface="+mn-cs"/>
      </a:defRPr>
    </a:lvl2pPr>
    <a:lvl3pPr marL="574700" algn="l" defTabSz="574700" rtl="0" eaLnBrk="1" latinLnBrk="0" hangingPunct="1">
      <a:defRPr sz="1131" kern="1200">
        <a:solidFill>
          <a:schemeClr val="tx1"/>
        </a:solidFill>
        <a:latin typeface="+mn-lt"/>
        <a:ea typeface="+mn-ea"/>
        <a:cs typeface="+mn-cs"/>
      </a:defRPr>
    </a:lvl3pPr>
    <a:lvl4pPr marL="862051" algn="l" defTabSz="574700" rtl="0" eaLnBrk="1" latinLnBrk="0" hangingPunct="1">
      <a:defRPr sz="1131" kern="1200">
        <a:solidFill>
          <a:schemeClr val="tx1"/>
        </a:solidFill>
        <a:latin typeface="+mn-lt"/>
        <a:ea typeface="+mn-ea"/>
        <a:cs typeface="+mn-cs"/>
      </a:defRPr>
    </a:lvl4pPr>
    <a:lvl5pPr marL="1149401" algn="l" defTabSz="574700" rtl="0" eaLnBrk="1" latinLnBrk="0" hangingPunct="1">
      <a:defRPr sz="1131" kern="1200">
        <a:solidFill>
          <a:schemeClr val="tx1"/>
        </a:solidFill>
        <a:latin typeface="+mn-lt"/>
        <a:ea typeface="+mn-ea"/>
        <a:cs typeface="+mn-cs"/>
      </a:defRPr>
    </a:lvl5pPr>
    <a:lvl6pPr marL="1436751" algn="l" defTabSz="574700" rtl="0" eaLnBrk="1" latinLnBrk="0" hangingPunct="1">
      <a:defRPr sz="1131" kern="1200">
        <a:solidFill>
          <a:schemeClr val="tx1"/>
        </a:solidFill>
        <a:latin typeface="+mn-lt"/>
        <a:ea typeface="+mn-ea"/>
        <a:cs typeface="+mn-cs"/>
      </a:defRPr>
    </a:lvl6pPr>
    <a:lvl7pPr marL="1724101" algn="l" defTabSz="574700" rtl="0" eaLnBrk="1" latinLnBrk="0" hangingPunct="1">
      <a:defRPr sz="1131" kern="1200">
        <a:solidFill>
          <a:schemeClr val="tx1"/>
        </a:solidFill>
        <a:latin typeface="+mn-lt"/>
        <a:ea typeface="+mn-ea"/>
        <a:cs typeface="+mn-cs"/>
      </a:defRPr>
    </a:lvl7pPr>
    <a:lvl8pPr marL="2011451" algn="l" defTabSz="574700" rtl="0" eaLnBrk="1" latinLnBrk="0" hangingPunct="1">
      <a:defRPr sz="1131" kern="1200">
        <a:solidFill>
          <a:schemeClr val="tx1"/>
        </a:solidFill>
        <a:latin typeface="+mn-lt"/>
        <a:ea typeface="+mn-ea"/>
        <a:cs typeface="+mn-cs"/>
      </a:defRPr>
    </a:lvl8pPr>
    <a:lvl9pPr marL="2298802" algn="l" defTabSz="574700" rtl="0" eaLnBrk="1" latinLnBrk="0" hangingPunct="1">
      <a:defRPr sz="1131"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Overview" id="{7144915D-B6DD-4027-B5BE-5A35041DFF69}">
          <p14:sldIdLst>
            <p14:sldId id="372"/>
            <p14:sldId id="351"/>
            <p14:sldId id="392"/>
            <p14:sldId id="352"/>
            <p14:sldId id="353"/>
            <p14:sldId id="359"/>
            <p14:sldId id="390"/>
            <p14:sldId id="391"/>
          </p14:sldIdLst>
        </p14:section>
        <p14:section name="Recap" id="{872E96F2-1C39-4F19-99AC-8CB8086603D4}">
          <p14:sldIdLst>
            <p14:sldId id="382"/>
            <p14:sldId id="374"/>
            <p14:sldId id="384"/>
            <p14:sldId id="375"/>
            <p14:sldId id="383"/>
            <p14:sldId id="376"/>
            <p14:sldId id="385"/>
            <p14:sldId id="386"/>
            <p14:sldId id="378"/>
            <p14:sldId id="387"/>
            <p14:sldId id="379"/>
            <p14:sldId id="381"/>
            <p14:sldId id="377"/>
            <p14:sldId id="388"/>
            <p14:sldId id="380"/>
          </p14:sldIdLst>
        </p14:section>
        <p14:section name="Wrap Up" id="{85C9C7DE-C9E5-404F-B6C1-4A2C78765023}">
          <p14:sldIdLst>
            <p14:sldId id="371"/>
            <p14:sldId id="355"/>
          </p14:sldIdLst>
        </p14:section>
      </p14:sectionLst>
    </p:ext>
    <p:ext uri="{EFAFB233-063F-42B5-8137-9DF3F51BA10A}">
      <p15:sldGuideLst xmlns:p15="http://schemas.microsoft.com/office/powerpoint/2012/main">
        <p15:guide id="1" orient="horz" pos="777" userDrawn="1">
          <p15:clr>
            <a:srgbClr val="A4A3A4"/>
          </p15:clr>
        </p15:guide>
        <p15:guide id="2" pos="3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118331-30BF-BD9E-22F5-240C9400A628}" name="Sophia Jaeger" initials="SJ" userId="S::jaeg0019@flinders.edu.au::cd671728-153b-43d2-8153-a89315e48cfc" providerId="AD"/>
  <p188:author id="{D5EEB4D4-1C6E-56FE-7676-F28F4FF861FC}" name="olmuss@student.ethz.ch" initials="ol" userId="S::urn:spo:guest#olmuss@student.ethz.ch::"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A17"/>
    <a:srgbClr val="F98001"/>
    <a:srgbClr val="D4B46C"/>
    <a:srgbClr val="F8C891"/>
    <a:srgbClr val="954501"/>
    <a:srgbClr val="4A1D00"/>
    <a:srgbClr val="657736"/>
    <a:srgbClr val="C98769"/>
    <a:srgbClr val="EDB64A"/>
    <a:srgbClr val="6463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48F342-71A2-40FF-9050-0893BC961482}" v="5" dt="2026-03-10T00:31:08.4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snapToGrid="0">
      <p:cViewPr varScale="1">
        <p:scale>
          <a:sx n="106" d="100"/>
          <a:sy n="106" d="100"/>
        </p:scale>
        <p:origin x="1566" y="96"/>
      </p:cViewPr>
      <p:guideLst>
        <p:guide orient="horz" pos="777"/>
        <p:guide pos="3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4F3F5AEF-4F6C-41E2-869B-89F90C9BC9CB}" type="datetimeFigureOut">
              <a:rPr lang="en-US" smtClean="0"/>
              <a:t>3/13/2026</a:t>
            </a:fld>
            <a:endParaRPr lang="en-US"/>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383E2FB7-BCAC-4152-98AC-87135F10653C}" type="slidenum">
              <a:rPr lang="en-US" smtClean="0"/>
              <a:t>‹#›</a:t>
            </a:fld>
            <a:endParaRPr lang="en-US"/>
          </a:p>
        </p:txBody>
      </p:sp>
    </p:spTree>
    <p:extLst>
      <p:ext uri="{BB962C8B-B14F-4D97-AF65-F5344CB8AC3E}">
        <p14:creationId xmlns:p14="http://schemas.microsoft.com/office/powerpoint/2010/main" val="320654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766958"/>
            <a:ext cx="10104120" cy="529209"/>
          </a:xfrm>
        </p:spPr>
        <p:txBody>
          <a:bodyPr/>
          <a:lstStyle/>
          <a:p>
            <a:r>
              <a:rPr lang="en-US"/>
              <a:t>Click to edit Master title style</a:t>
            </a:r>
          </a:p>
        </p:txBody>
      </p:sp>
      <p:sp>
        <p:nvSpPr>
          <p:cNvPr id="3" name="Subtitle 2"/>
          <p:cNvSpPr>
            <a:spLocks noGrp="1"/>
          </p:cNvSpPr>
          <p:nvPr>
            <p:ph type="subTitle" idx="1"/>
          </p:nvPr>
        </p:nvSpPr>
        <p:spPr>
          <a:xfrm>
            <a:off x="1783080" y="1399032"/>
            <a:ext cx="8321040" cy="630936"/>
          </a:xfrm>
        </p:spPr>
        <p:txBody>
          <a:bodyPr/>
          <a:lstStyle>
            <a:lvl1pPr marL="0" indent="0" algn="ctr">
              <a:buNone/>
              <a:defRPr>
                <a:solidFill>
                  <a:schemeClr val="tx1">
                    <a:tint val="75000"/>
                  </a:schemeClr>
                </a:solidFill>
              </a:defRPr>
            </a:lvl1pPr>
            <a:lvl2pPr marL="237717" indent="0" algn="ctr">
              <a:buNone/>
              <a:defRPr>
                <a:solidFill>
                  <a:schemeClr val="tx1">
                    <a:tint val="75000"/>
                  </a:schemeClr>
                </a:solidFill>
              </a:defRPr>
            </a:lvl2pPr>
            <a:lvl3pPr marL="475433" indent="0" algn="ctr">
              <a:buNone/>
              <a:defRPr>
                <a:solidFill>
                  <a:schemeClr val="tx1">
                    <a:tint val="75000"/>
                  </a:schemeClr>
                </a:solidFill>
              </a:defRPr>
            </a:lvl3pPr>
            <a:lvl4pPr marL="713150" indent="0" algn="ctr">
              <a:buNone/>
              <a:defRPr>
                <a:solidFill>
                  <a:schemeClr val="tx1">
                    <a:tint val="75000"/>
                  </a:schemeClr>
                </a:solidFill>
              </a:defRPr>
            </a:lvl4pPr>
            <a:lvl5pPr marL="950867" indent="0" algn="ctr">
              <a:buNone/>
              <a:defRPr>
                <a:solidFill>
                  <a:schemeClr val="tx1">
                    <a:tint val="75000"/>
                  </a:schemeClr>
                </a:solidFill>
              </a:defRPr>
            </a:lvl5pPr>
            <a:lvl6pPr marL="1188584" indent="0" algn="ctr">
              <a:buNone/>
              <a:defRPr>
                <a:solidFill>
                  <a:schemeClr val="tx1">
                    <a:tint val="75000"/>
                  </a:schemeClr>
                </a:solidFill>
              </a:defRPr>
            </a:lvl6pPr>
            <a:lvl7pPr marL="1426300" indent="0" algn="ctr">
              <a:buNone/>
              <a:defRPr>
                <a:solidFill>
                  <a:schemeClr val="tx1">
                    <a:tint val="75000"/>
                  </a:schemeClr>
                </a:solidFill>
              </a:defRPr>
            </a:lvl7pPr>
            <a:lvl8pPr marL="1664017" indent="0" algn="ctr">
              <a:buNone/>
              <a:defRPr>
                <a:solidFill>
                  <a:schemeClr val="tx1">
                    <a:tint val="75000"/>
                  </a:schemeClr>
                </a:solidFill>
              </a:defRPr>
            </a:lvl8pPr>
            <a:lvl9pPr marL="19017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641F1D-C242-463A-9118-CEC8A32732E1}"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8F71B-FE01-41BB-BA09-F81DE1617D4D}"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1586489"/>
            <a:ext cx="10104120" cy="490347"/>
          </a:xfrm>
        </p:spPr>
        <p:txBody>
          <a:bodyPr anchor="t"/>
          <a:lstStyle>
            <a:lvl1pPr algn="l">
              <a:defRPr sz="2080" b="1" cap="all"/>
            </a:lvl1pPr>
          </a:lstStyle>
          <a:p>
            <a:r>
              <a:rPr lang="en-US"/>
              <a:t>Click to edit Master title style</a:t>
            </a:r>
          </a:p>
        </p:txBody>
      </p:sp>
      <p:sp>
        <p:nvSpPr>
          <p:cNvPr id="3" name="Text Placeholder 2"/>
          <p:cNvSpPr>
            <a:spLocks noGrp="1"/>
          </p:cNvSpPr>
          <p:nvPr>
            <p:ph type="body" idx="1"/>
          </p:nvPr>
        </p:nvSpPr>
        <p:spPr>
          <a:xfrm>
            <a:off x="939007" y="1046422"/>
            <a:ext cx="10104120" cy="540067"/>
          </a:xfrm>
        </p:spPr>
        <p:txBody>
          <a:bodyPr anchor="b"/>
          <a:lstStyle>
            <a:lvl1pPr marL="0" indent="0">
              <a:buNone/>
              <a:defRPr sz="1040">
                <a:solidFill>
                  <a:schemeClr val="tx1">
                    <a:tint val="75000"/>
                  </a:schemeClr>
                </a:solidFill>
              </a:defRPr>
            </a:lvl1pPr>
            <a:lvl2pPr marL="237717" indent="0">
              <a:buNone/>
              <a:defRPr sz="936">
                <a:solidFill>
                  <a:schemeClr val="tx1">
                    <a:tint val="75000"/>
                  </a:schemeClr>
                </a:solidFill>
              </a:defRPr>
            </a:lvl2pPr>
            <a:lvl3pPr marL="475433" indent="0">
              <a:buNone/>
              <a:defRPr sz="832">
                <a:solidFill>
                  <a:schemeClr val="tx1">
                    <a:tint val="75000"/>
                  </a:schemeClr>
                </a:solidFill>
              </a:defRPr>
            </a:lvl3pPr>
            <a:lvl4pPr marL="713150" indent="0">
              <a:buNone/>
              <a:defRPr sz="728">
                <a:solidFill>
                  <a:schemeClr val="tx1">
                    <a:tint val="75000"/>
                  </a:schemeClr>
                </a:solidFill>
              </a:defRPr>
            </a:lvl4pPr>
            <a:lvl5pPr marL="950867" indent="0">
              <a:buNone/>
              <a:defRPr sz="728">
                <a:solidFill>
                  <a:schemeClr val="tx1">
                    <a:tint val="75000"/>
                  </a:schemeClr>
                </a:solidFill>
              </a:defRPr>
            </a:lvl5pPr>
            <a:lvl6pPr marL="1188584" indent="0">
              <a:buNone/>
              <a:defRPr sz="728">
                <a:solidFill>
                  <a:schemeClr val="tx1">
                    <a:tint val="75000"/>
                  </a:schemeClr>
                </a:solidFill>
              </a:defRPr>
            </a:lvl6pPr>
            <a:lvl7pPr marL="1426300" indent="0">
              <a:buNone/>
              <a:defRPr sz="728">
                <a:solidFill>
                  <a:schemeClr val="tx1">
                    <a:tint val="75000"/>
                  </a:schemeClr>
                </a:solidFill>
              </a:defRPr>
            </a:lvl7pPr>
            <a:lvl8pPr marL="1664017" indent="0">
              <a:buNone/>
              <a:defRPr sz="728">
                <a:solidFill>
                  <a:schemeClr val="tx1">
                    <a:tint val="75000"/>
                  </a:schemeClr>
                </a:solidFill>
              </a:defRPr>
            </a:lvl8pPr>
            <a:lvl9pPr marL="1901734" indent="0">
              <a:buNone/>
              <a:defRPr sz="7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A2404-A312-4657-8292-B0E4B798C0E7}"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944A73-44BC-44C3-B99F-A0232951B267}"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2" y="552641"/>
            <a:ext cx="5252244"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4" name="Content Placeholder 3"/>
          <p:cNvSpPr>
            <a:spLocks noGrp="1"/>
          </p:cNvSpPr>
          <p:nvPr>
            <p:ph sz="half" idx="2"/>
          </p:nvPr>
        </p:nvSpPr>
        <p:spPr>
          <a:xfrm>
            <a:off x="594362" y="782955"/>
            <a:ext cx="5252244"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3" y="552641"/>
            <a:ext cx="5254308"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6" name="Content Placeholder 5"/>
          <p:cNvSpPr>
            <a:spLocks noGrp="1"/>
          </p:cNvSpPr>
          <p:nvPr>
            <p:ph sz="quarter" idx="4"/>
          </p:nvPr>
        </p:nvSpPr>
        <p:spPr>
          <a:xfrm>
            <a:off x="6038533" y="782955"/>
            <a:ext cx="5254308"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D12FDD-77D0-4A09-A7BF-76E5C63CBF2F}" type="datetime1">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876FE-512A-4774-A2B9-2BDC34E4BD18}" type="datetime1">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Slide">
    <p:bg>
      <p:bgPr>
        <a:solidFill>
          <a:srgbClr val="F6EBD5"/>
        </a:solidFill>
        <a:effectLst/>
      </p:bgPr>
    </p:bg>
    <p:spTree>
      <p:nvGrpSpPr>
        <p:cNvPr id="1" name=""/>
        <p:cNvGrpSpPr/>
        <p:nvPr/>
      </p:nvGrpSpPr>
      <p:grpSpPr>
        <a:xfrm>
          <a:off x="0" y="0"/>
          <a:ext cx="0" cy="0"/>
          <a:chOff x="0" y="0"/>
          <a:chExt cx="0" cy="0"/>
        </a:xfrm>
      </p:grpSpPr>
      <p:pic>
        <p:nvPicPr>
          <p:cNvPr id="13" name="Picture 12" descr="A cartoon kangaroo with text on it  AI-generated content may be incorrect.">
            <a:extLst>
              <a:ext uri="{FF2B5EF4-FFF2-40B4-BE49-F238E27FC236}">
                <a16:creationId xmlns:a16="http://schemas.microsoft.com/office/drawing/2014/main" id="{3A977D53-E7A1-E496-AE18-9DC42DD46B48}"/>
              </a:ext>
            </a:extLst>
          </p:cNvPr>
          <p:cNvPicPr>
            <a:picLocks noChangeAspect="1"/>
          </p:cNvPicPr>
          <p:nvPr userDrawn="1"/>
        </p:nvPicPr>
        <p:blipFill>
          <a:blip r:embed="rId2">
            <a:extLst>
              <a:ext uri="{28A0092B-C50C-407E-A947-70E740481C1C}">
                <a14:useLocalDpi xmlns:a14="http://schemas.microsoft.com/office/drawing/2010/main" val="0"/>
              </a:ext>
            </a:extLst>
          </a:blip>
          <a:srcRect l="15385" t="20614" r="15436" b="29893"/>
          <a:stretch>
            <a:fillRect/>
          </a:stretch>
        </p:blipFill>
        <p:spPr>
          <a:xfrm>
            <a:off x="764540" y="279554"/>
            <a:ext cx="8376919" cy="3995361"/>
          </a:xfrm>
          <a:prstGeom prst="rect">
            <a:avLst/>
          </a:prstGeom>
        </p:spPr>
      </p:pic>
      <p:pic>
        <p:nvPicPr>
          <p:cNvPr id="15" name="Picture 2" descr="Logo of Montebello Foundation with three shapes similar to human forms embracing each one a different colour">
            <a:extLst>
              <a:ext uri="{FF2B5EF4-FFF2-40B4-BE49-F238E27FC236}">
                <a16:creationId xmlns:a16="http://schemas.microsoft.com/office/drawing/2014/main" id="{29319691-0263-AF09-A977-1CC8E8988BA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12928" y="5808593"/>
            <a:ext cx="2798445" cy="7698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  AI-generated content may be incorrect.">
            <a:extLst>
              <a:ext uri="{FF2B5EF4-FFF2-40B4-BE49-F238E27FC236}">
                <a16:creationId xmlns:a16="http://schemas.microsoft.com/office/drawing/2014/main" id="{6D968147-B0E4-120F-C42A-3E6720014B7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46461" y="5922068"/>
            <a:ext cx="1880465" cy="551162"/>
          </a:xfrm>
          <a:prstGeom prst="rect">
            <a:avLst/>
          </a:prstGeom>
        </p:spPr>
      </p:pic>
      <p:pic>
        <p:nvPicPr>
          <p:cNvPr id="17" name="Picture 16" descr="A close-up of a logo  AI-generated content may be incorrect.">
            <a:extLst>
              <a:ext uri="{FF2B5EF4-FFF2-40B4-BE49-F238E27FC236}">
                <a16:creationId xmlns:a16="http://schemas.microsoft.com/office/drawing/2014/main" id="{C96CE8FE-3AEA-67FA-2AD7-C7D5BE658A74}"/>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7388" y="5909759"/>
            <a:ext cx="1880465" cy="558775"/>
          </a:xfrm>
          <a:prstGeom prst="rect">
            <a:avLst/>
          </a:prstGeom>
        </p:spPr>
      </p:pic>
      <p:sp>
        <p:nvSpPr>
          <p:cNvPr id="19" name="Text Placeholder 18">
            <a:extLst>
              <a:ext uri="{FF2B5EF4-FFF2-40B4-BE49-F238E27FC236}">
                <a16:creationId xmlns:a16="http://schemas.microsoft.com/office/drawing/2014/main" id="{0EF95CC5-C21E-0073-07E7-2CD172A9A312}"/>
              </a:ext>
            </a:extLst>
          </p:cNvPr>
          <p:cNvSpPr>
            <a:spLocks noGrp="1"/>
          </p:cNvSpPr>
          <p:nvPr>
            <p:ph type="body" sz="quarter" idx="10" hasCustomPrompt="1"/>
          </p:nvPr>
        </p:nvSpPr>
        <p:spPr>
          <a:xfrm>
            <a:off x="0" y="4076583"/>
            <a:ext cx="9906000" cy="1015663"/>
          </a:xfrm>
          <a:noFill/>
        </p:spPr>
        <p:txBody>
          <a:bodyPr wrap="square" lIns="91440" tIns="45720" rIns="91440" bIns="45720">
            <a:spAutoFit/>
          </a:bodyPr>
          <a:lstStyle>
            <a:lvl1pPr algn="ctr">
              <a:buNone/>
              <a:defRPr lang="en-US" sz="60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dirty="0"/>
              <a:t>Lesson X – Title:</a:t>
            </a:r>
          </a:p>
        </p:txBody>
      </p:sp>
      <p:sp>
        <p:nvSpPr>
          <p:cNvPr id="24" name="Text Placeholder 18">
            <a:extLst>
              <a:ext uri="{FF2B5EF4-FFF2-40B4-BE49-F238E27FC236}">
                <a16:creationId xmlns:a16="http://schemas.microsoft.com/office/drawing/2014/main" id="{9F30B442-FAC0-F840-25E7-234BDCB152A6}"/>
              </a:ext>
            </a:extLst>
          </p:cNvPr>
          <p:cNvSpPr>
            <a:spLocks noGrp="1"/>
          </p:cNvSpPr>
          <p:nvPr>
            <p:ph type="body" sz="quarter" idx="11" hasCustomPrompt="1"/>
          </p:nvPr>
        </p:nvSpPr>
        <p:spPr>
          <a:xfrm>
            <a:off x="0" y="4991262"/>
            <a:ext cx="9906000" cy="769441"/>
          </a:xfrm>
          <a:noFill/>
        </p:spPr>
        <p:txBody>
          <a:bodyPr wrap="square" lIns="91440" tIns="45720" rIns="91440" bIns="45720">
            <a:spAutoFit/>
          </a:bodyPr>
          <a:lstStyle>
            <a:lvl1pPr algn="ctr">
              <a:buNone/>
              <a:defRPr lang="en-US" sz="44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dirty="0"/>
              <a:t>Subtitle</a:t>
            </a:r>
          </a:p>
        </p:txBody>
      </p:sp>
    </p:spTree>
    <p:extLst>
      <p:ext uri="{BB962C8B-B14F-4D97-AF65-F5344CB8AC3E}">
        <p14:creationId xmlns:p14="http://schemas.microsoft.com/office/powerpoint/2010/main" val="427294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udent_Content">
    <p:bg>
      <p:bgPr>
        <a:solidFill>
          <a:srgbClr val="F6EBD5"/>
        </a:soli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19" name="Text Placeholder 18">
            <a:extLst>
              <a:ext uri="{FF2B5EF4-FFF2-40B4-BE49-F238E27FC236}">
                <a16:creationId xmlns:a16="http://schemas.microsoft.com/office/drawing/2014/main" id="{CB6885BD-C1F1-475F-3121-CB4E0EB036B1}"/>
              </a:ext>
            </a:extLst>
          </p:cNvPr>
          <p:cNvSpPr>
            <a:spLocks noGrp="1"/>
          </p:cNvSpPr>
          <p:nvPr>
            <p:ph type="body" sz="quarter" idx="13" hasCustomPrompt="1"/>
          </p:nvPr>
        </p:nvSpPr>
        <p:spPr>
          <a:xfrm>
            <a:off x="489396" y="549236"/>
            <a:ext cx="5505450" cy="952500"/>
          </a:xfrm>
        </p:spPr>
        <p:txBody>
          <a:bodyPr>
            <a:noAutofit/>
          </a:bodyPr>
          <a:lstStyle>
            <a:lvl1pPr marL="0" indent="0">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22" name="Text Placeholder 21">
            <a:extLst>
              <a:ext uri="{FF2B5EF4-FFF2-40B4-BE49-F238E27FC236}">
                <a16:creationId xmlns:a16="http://schemas.microsoft.com/office/drawing/2014/main" id="{2F955B45-F53B-0441-FD52-A63954BCA84F}"/>
              </a:ext>
            </a:extLst>
          </p:cNvPr>
          <p:cNvSpPr>
            <a:spLocks noGrp="1"/>
          </p:cNvSpPr>
          <p:nvPr>
            <p:ph type="body" sz="quarter" idx="14"/>
          </p:nvPr>
        </p:nvSpPr>
        <p:spPr>
          <a:xfrm>
            <a:off x="489396" y="1933575"/>
            <a:ext cx="8254554" cy="3562350"/>
          </a:xfrm>
        </p:spPr>
        <p:txBody>
          <a:bodyPr>
            <a:noAutofit/>
          </a:bodyPr>
          <a:lstStyle>
            <a:lvl1pPr>
              <a:defRPr lang="en-US" sz="2800" b="0" kern="1200" cap="none" spc="0" dirty="0" smtClean="0">
                <a:ln w="0"/>
                <a:solidFill>
                  <a:srgbClr val="233A17"/>
                </a:solidFill>
                <a:latin typeface="Berlin Sans FB" panose="020E0602020502020306" pitchFamily="34" charset="0"/>
                <a:ea typeface="+mn-ea"/>
                <a:cs typeface="+mn-cs"/>
              </a:defRPr>
            </a:lvl1pPr>
            <a:lvl2pPr>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defRPr lang="en-US" sz="2800" b="0" kern="1200" cap="none" spc="0" dirty="0" smtClean="0">
                <a:ln w="0"/>
                <a:solidFill>
                  <a:srgbClr val="233A17"/>
                </a:solidFill>
                <a:latin typeface="Berlin Sans FB" panose="020E0602020502020306" pitchFamily="34" charset="0"/>
                <a:ea typeface="+mn-ea"/>
                <a:cs typeface="+mn-cs"/>
              </a:defRPr>
            </a:lvl3pPr>
            <a:lvl4pPr>
              <a:defRPr lang="en-US" sz="2800" b="0" kern="1200" cap="none" spc="0" dirty="0" smtClean="0">
                <a:ln w="0"/>
                <a:solidFill>
                  <a:srgbClr val="233A17"/>
                </a:solidFill>
                <a:latin typeface="Berlin Sans FB" panose="020E0602020502020306" pitchFamily="34" charset="0"/>
                <a:ea typeface="+mn-ea"/>
                <a:cs typeface="+mn-cs"/>
              </a:defRPr>
            </a:lvl4pPr>
            <a:lvl5pPr>
              <a:defRPr lang="en-AU" sz="2800" b="0" kern="1200" cap="none" spc="0" dirty="0">
                <a:ln w="0"/>
                <a:solidFill>
                  <a:srgbClr val="233A17"/>
                </a:solidFill>
                <a:latin typeface="Berlin Sans FB" panose="020E0602020502020306"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21413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sson_Overview">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dirty="0"/>
              <a:t>Slide Heading</a:t>
            </a:r>
            <a:endParaRPr lang="en-AU" dirty="0"/>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2600"/>
              </a:lnSpc>
              <a:spcBef>
                <a:spcPts val="600"/>
              </a:spcBef>
              <a:defRPr lang="en-US" sz="1600" b="0" kern="1200" cap="none" spc="0" dirty="0" smtClean="0">
                <a:ln w="0"/>
                <a:solidFill>
                  <a:srgbClr val="233A17"/>
                </a:solidFill>
                <a:latin typeface="Aptos" panose="020B0004020202020204" pitchFamily="34" charset="0"/>
                <a:ea typeface="+mn-ea"/>
                <a:cs typeface="+mn-cs"/>
              </a:defRPr>
            </a:lvl1pPr>
            <a:lvl2pPr>
              <a:lnSpc>
                <a:spcPts val="2600"/>
              </a:lnSpc>
              <a:spcBef>
                <a:spcPts val="60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2600"/>
              </a:lnSpc>
              <a:spcBef>
                <a:spcPts val="600"/>
              </a:spcBef>
              <a:defRPr lang="en-US" sz="1600" b="0" kern="1200" cap="none" spc="0" dirty="0" smtClean="0">
                <a:ln w="0"/>
                <a:solidFill>
                  <a:srgbClr val="233A17"/>
                </a:solidFill>
                <a:latin typeface="Aptos" panose="020B0004020202020204" pitchFamily="34" charset="0"/>
                <a:ea typeface="+mn-ea"/>
                <a:cs typeface="+mn-cs"/>
              </a:defRPr>
            </a:lvl3pPr>
            <a:lvl4pPr>
              <a:lnSpc>
                <a:spcPts val="2600"/>
              </a:lnSpc>
              <a:spcBef>
                <a:spcPts val="600"/>
              </a:spcBef>
              <a:defRPr lang="en-US" sz="1600" b="0" kern="1200" cap="none" spc="0" dirty="0" smtClean="0">
                <a:ln w="0"/>
                <a:solidFill>
                  <a:srgbClr val="233A17"/>
                </a:solidFill>
                <a:latin typeface="Aptos" panose="020B0004020202020204" pitchFamily="34" charset="0"/>
                <a:ea typeface="+mn-ea"/>
                <a:cs typeface="+mn-cs"/>
              </a:defRPr>
            </a:lvl4pPr>
            <a:lvl5pPr>
              <a:lnSpc>
                <a:spcPts val="2600"/>
              </a:lnSpc>
              <a:spcBef>
                <a:spcPts val="600"/>
              </a:spcBef>
              <a:defRPr lang="en-AU" sz="1600" b="0" kern="1200" cap="none" spc="0" dirty="0">
                <a:ln w="0"/>
                <a:solidFill>
                  <a:srgbClr val="233A17"/>
                </a:solidFill>
                <a:latin typeface="Aptos" panose="020B0004020202020204" pitchFamily="34" charset="0"/>
                <a:ea typeface="+mn-ea"/>
                <a:cs typeface="+mn-cs"/>
              </a:defRPr>
            </a:lvl5pPr>
          </a:lstStyle>
          <a:p>
            <a:pPr lvl="0"/>
            <a:r>
              <a:rPr lang="en-US" dirty="0"/>
              <a:t>Click to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298939" y="0"/>
            <a:ext cx="6629400" cy="584775"/>
          </a:xfrm>
          <a:prstGeom prst="rect">
            <a:avLst/>
          </a:prstGeom>
          <a:noFill/>
        </p:spPr>
        <p:txBody>
          <a:bodyPr wrap="square">
            <a:spAutoFit/>
          </a:bodyPr>
          <a:lstStyle/>
          <a:p>
            <a:pPr algn="ctr"/>
            <a:r>
              <a:rPr lang="en-US" sz="3200" b="1" i="1" dirty="0"/>
              <a:t>Teacher-only slide – Lesson Overview</a:t>
            </a:r>
            <a:endParaRPr lang="en-AU" sz="3200" b="1" i="1" dirty="0"/>
          </a:p>
        </p:txBody>
      </p:sp>
    </p:spTree>
    <p:extLst>
      <p:ext uri="{BB962C8B-B14F-4D97-AF65-F5344CB8AC3E}">
        <p14:creationId xmlns:p14="http://schemas.microsoft.com/office/powerpoint/2010/main" val="66418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truction_Guide">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dirty="0"/>
              <a:t>Slide Heading</a:t>
            </a:r>
            <a:endParaRPr lang="en-AU" dirty="0"/>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2600"/>
              </a:lnSpc>
              <a:spcBef>
                <a:spcPts val="600"/>
              </a:spcBef>
              <a:defRPr lang="en-US" sz="1600" b="1" kern="1200" cap="none" spc="0" dirty="0" smtClean="0">
                <a:ln w="0"/>
                <a:solidFill>
                  <a:srgbClr val="233A17"/>
                </a:solidFill>
                <a:latin typeface="Aptos" panose="020B0004020202020204" pitchFamily="34" charset="0"/>
                <a:ea typeface="+mn-ea"/>
                <a:cs typeface="+mn-cs"/>
              </a:defRPr>
            </a:lvl1pPr>
            <a:lvl2pPr>
              <a:lnSpc>
                <a:spcPts val="2600"/>
              </a:lnSpc>
              <a:spcBef>
                <a:spcPts val="600"/>
              </a:spcBef>
              <a:buFont typeface="Wingdings" panose="05000000000000000000" pitchFamily="2" charset="2"/>
              <a:buChar char="§"/>
              <a:defRPr lang="en-US" sz="1600" b="0" i="1" kern="1200" cap="none" spc="0" dirty="0" smtClean="0">
                <a:ln w="0"/>
                <a:solidFill>
                  <a:srgbClr val="233A17"/>
                </a:solidFill>
                <a:latin typeface="Aptos" panose="020B0004020202020204" pitchFamily="34" charset="0"/>
                <a:ea typeface="+mn-ea"/>
                <a:cs typeface="+mn-cs"/>
              </a:defRPr>
            </a:lvl2pPr>
            <a:lvl3pPr>
              <a:lnSpc>
                <a:spcPts val="2600"/>
              </a:lnSpc>
              <a:spcBef>
                <a:spcPts val="600"/>
              </a:spcBef>
              <a:defRPr lang="en-US" sz="1400" b="0" i="1" kern="1200" cap="none" spc="0" dirty="0" smtClean="0">
                <a:ln w="0"/>
                <a:solidFill>
                  <a:srgbClr val="233A17"/>
                </a:solidFill>
                <a:latin typeface="Aptos" panose="020B0004020202020204" pitchFamily="34" charset="0"/>
                <a:ea typeface="+mn-ea"/>
                <a:cs typeface="+mn-cs"/>
              </a:defRPr>
            </a:lvl3pPr>
            <a:lvl4pPr>
              <a:lnSpc>
                <a:spcPts val="2600"/>
              </a:lnSpc>
              <a:spcBef>
                <a:spcPts val="600"/>
              </a:spcBef>
              <a:buFont typeface="Wingdings" panose="05000000000000000000" pitchFamily="2" charset="2"/>
              <a:buChar char="§"/>
              <a:defRPr lang="en-US" sz="1400" b="0" i="1" kern="1200" cap="none" spc="0" dirty="0" smtClean="0">
                <a:ln w="0"/>
                <a:solidFill>
                  <a:srgbClr val="233A17"/>
                </a:solidFill>
                <a:latin typeface="Aptos" panose="020B0004020202020204" pitchFamily="34" charset="0"/>
                <a:ea typeface="+mn-ea"/>
                <a:cs typeface="+mn-cs"/>
              </a:defRPr>
            </a:lvl4pPr>
            <a:lvl5pPr>
              <a:lnSpc>
                <a:spcPts val="2600"/>
              </a:lnSpc>
              <a:spcBef>
                <a:spcPts val="600"/>
              </a:spcBef>
              <a:buFont typeface="Arial" panose="020B0604020202020204" pitchFamily="34" charset="0"/>
              <a:buChar char="•"/>
              <a:defRPr lang="en-AU" sz="1400" b="0" i="1" kern="1200" cap="none" spc="0" dirty="0">
                <a:ln w="0"/>
                <a:solidFill>
                  <a:srgbClr val="233A17"/>
                </a:solidFill>
                <a:latin typeface="Aptos" panose="020B0004020202020204" pitchFamily="34" charset="0"/>
                <a:ea typeface="+mn-ea"/>
                <a:cs typeface="+mn-cs"/>
              </a:defRPr>
            </a:lvl5pPr>
          </a:lstStyle>
          <a:p>
            <a:pPr lvl="0"/>
            <a:r>
              <a:rPr lang="en-US" dirty="0"/>
              <a:t>Teacher note:</a:t>
            </a:r>
          </a:p>
          <a:p>
            <a:pPr lvl="1"/>
            <a:r>
              <a:rPr lang="en-US" dirty="0"/>
              <a:t>“Second level</a:t>
            </a:r>
          </a:p>
          <a:p>
            <a:pPr lvl="2"/>
            <a:r>
              <a:rPr lang="en-US" dirty="0"/>
              <a:t>Third level</a:t>
            </a:r>
          </a:p>
          <a:p>
            <a:pPr lvl="3"/>
            <a:r>
              <a:rPr lang="en-US" dirty="0"/>
              <a:t>Fourth level</a:t>
            </a:r>
          </a:p>
          <a:p>
            <a:pPr lvl="4"/>
            <a:r>
              <a:rPr lang="en-US" dirty="0"/>
              <a:t>Fifth level”</a:t>
            </a:r>
          </a:p>
          <a:p>
            <a:pPr lvl="0"/>
            <a:r>
              <a:rPr lang="en-US" dirty="0"/>
              <a:t>Example instruction:</a:t>
            </a:r>
            <a:endParaRPr lang="en-AU" dirty="0"/>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325315" y="0"/>
            <a:ext cx="6629400" cy="584775"/>
          </a:xfrm>
          <a:prstGeom prst="rect">
            <a:avLst/>
          </a:prstGeom>
          <a:noFill/>
        </p:spPr>
        <p:txBody>
          <a:bodyPr wrap="square">
            <a:spAutoFit/>
          </a:bodyPr>
          <a:lstStyle/>
          <a:p>
            <a:r>
              <a:rPr lang="en-US" sz="3200" b="1" i="1" dirty="0"/>
              <a:t>Teacher-only slide – Instruction Guide</a:t>
            </a:r>
            <a:endParaRPr lang="en-AU" sz="3200" b="1" i="1" dirty="0"/>
          </a:p>
        </p:txBody>
      </p:sp>
    </p:spTree>
    <p:extLst>
      <p:ext uri="{BB962C8B-B14F-4D97-AF65-F5344CB8AC3E}">
        <p14:creationId xmlns:p14="http://schemas.microsoft.com/office/powerpoint/2010/main" val="212852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Extension">
    <p:bg>
      <p:bgPr>
        <a:gradFill flip="none" rotWithShape="1">
          <a:gsLst>
            <a:gs pos="0">
              <a:schemeClr val="accent1">
                <a:lumMod val="5000"/>
                <a:lumOff val="95000"/>
              </a:schemeClr>
            </a:gs>
            <a:gs pos="82000">
              <a:srgbClr val="A86831"/>
            </a:gs>
            <a:gs pos="100000">
              <a:srgbClr val="954501"/>
            </a:gs>
          </a:gsLst>
          <a:lin ang="4800000" scaled="0"/>
          <a:tileRect/>
        </a:gradFill>
        <a:effectLst/>
      </p:bgPr>
    </p:bg>
    <p:spTree>
      <p:nvGrpSpPr>
        <p:cNvPr id="1" name=""/>
        <p:cNvGrpSpPr/>
        <p:nvPr/>
      </p:nvGrpSpPr>
      <p:grpSpPr>
        <a:xfrm>
          <a:off x="0" y="0"/>
          <a:ext cx="0" cy="0"/>
          <a:chOff x="0" y="0"/>
          <a:chExt cx="0" cy="0"/>
        </a:xfrm>
      </p:grpSpPr>
      <p:pic>
        <p:nvPicPr>
          <p:cNvPr id="3" name="Picture 2" descr="A cartoon kangaroo with text on it  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63266"/>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dirty="0"/>
              <a:t>Slide Heading</a:t>
            </a:r>
            <a:endParaRPr lang="en-AU" dirty="0"/>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46278"/>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Berlin Sans FB" panose="020E0602020502020306" pitchFamily="34" charset="0"/>
                <a:ea typeface="+mn-ea"/>
                <a:cs typeface="+mn-cs"/>
              </a:defRPr>
            </a:lvl2pPr>
            <a:lvl3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3pPr>
            <a:lvl4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4pPr>
            <a:lvl5pPr>
              <a:lnSpc>
                <a:spcPts val="3400"/>
              </a:lnSpc>
              <a:spcBef>
                <a:spcPts val="0"/>
              </a:spcBef>
              <a:defRPr lang="en-AU" sz="1600" b="0" kern="1200" cap="none" spc="0" dirty="0">
                <a:ln w="0"/>
                <a:solidFill>
                  <a:srgbClr val="233A17"/>
                </a:solidFill>
                <a:latin typeface="Berlin Sans FB" panose="020E0602020502020306" pitchFamily="34" charset="0"/>
                <a:ea typeface="+mn-ea"/>
                <a:cs typeface="+mn-cs"/>
              </a:defRPr>
            </a:lvl5pPr>
          </a:lstStyle>
          <a:p>
            <a:pPr lvl="0"/>
            <a:r>
              <a:rPr lang="en-US" dirty="0"/>
              <a:t>Click to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137160" y="0"/>
            <a:ext cx="6817555" cy="584775"/>
          </a:xfrm>
          <a:prstGeom prst="rect">
            <a:avLst/>
          </a:prstGeom>
          <a:noFill/>
        </p:spPr>
        <p:txBody>
          <a:bodyPr wrap="square">
            <a:spAutoFit/>
          </a:bodyPr>
          <a:lstStyle/>
          <a:p>
            <a:r>
              <a:rPr lang="en-US" sz="3200" b="1" i="1" dirty="0"/>
              <a:t>Teacher-only slide – Content Extension</a:t>
            </a:r>
            <a:endParaRPr lang="en-AU" sz="3200" b="1" i="1" dirty="0"/>
          </a:p>
        </p:txBody>
      </p:sp>
    </p:spTree>
    <p:extLst>
      <p:ext uri="{BB962C8B-B14F-4D97-AF65-F5344CB8AC3E}">
        <p14:creationId xmlns:p14="http://schemas.microsoft.com/office/powerpoint/2010/main" val="23800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98298"/>
            <a:ext cx="3910807" cy="418338"/>
          </a:xfrm>
        </p:spPr>
        <p:txBody>
          <a:bodyPr anchor="b"/>
          <a:lstStyle>
            <a:lvl1pPr algn="l">
              <a:defRPr sz="1040" b="1"/>
            </a:lvl1pPr>
          </a:lstStyle>
          <a:p>
            <a:r>
              <a:rPr lang="en-US"/>
              <a:t>Click to edit Master title style</a:t>
            </a:r>
          </a:p>
        </p:txBody>
      </p:sp>
      <p:sp>
        <p:nvSpPr>
          <p:cNvPr id="3" name="Content Placeholder 2"/>
          <p:cNvSpPr>
            <a:spLocks noGrp="1"/>
          </p:cNvSpPr>
          <p:nvPr>
            <p:ph idx="1"/>
          </p:nvPr>
        </p:nvSpPr>
        <p:spPr>
          <a:xfrm>
            <a:off x="4647572" y="98303"/>
            <a:ext cx="6645275" cy="2107121"/>
          </a:xfrm>
        </p:spPr>
        <p:txBody>
          <a:bodyPr/>
          <a:lstStyle>
            <a:lvl1pPr>
              <a:defRPr sz="1664"/>
            </a:lvl1pPr>
            <a:lvl2pPr>
              <a:defRPr sz="1456"/>
            </a:lvl2pPr>
            <a:lvl3pPr>
              <a:defRPr sz="1248"/>
            </a:lvl3pPr>
            <a:lvl4pPr>
              <a:defRPr sz="1040"/>
            </a:lvl4pPr>
            <a:lvl5pPr>
              <a:defRPr sz="1040"/>
            </a:lvl5pPr>
            <a:lvl6pPr>
              <a:defRPr sz="1040"/>
            </a:lvl6pPr>
            <a:lvl7pPr>
              <a:defRPr sz="1040"/>
            </a:lvl7pPr>
            <a:lvl8pPr>
              <a:defRPr sz="1040"/>
            </a:lvl8pPr>
            <a:lvl9pPr>
              <a:defRPr sz="10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0" y="516641"/>
            <a:ext cx="3910807" cy="1688783"/>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6C3E4B74-615C-44D1-8875-0F95FDB4ACF1}"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1728216"/>
            <a:ext cx="7132320" cy="204026"/>
          </a:xfrm>
        </p:spPr>
        <p:txBody>
          <a:bodyPr anchor="b"/>
          <a:lstStyle>
            <a:lvl1pPr algn="l">
              <a:defRPr sz="1040" b="1"/>
            </a:lvl1pPr>
          </a:lstStyle>
          <a:p>
            <a:r>
              <a:rPr lang="en-US"/>
              <a:t>Click to edit Master title style</a:t>
            </a:r>
          </a:p>
        </p:txBody>
      </p:sp>
      <p:sp>
        <p:nvSpPr>
          <p:cNvPr id="3" name="Picture Placeholder 2"/>
          <p:cNvSpPr>
            <a:spLocks noGrp="1"/>
          </p:cNvSpPr>
          <p:nvPr>
            <p:ph type="pic" idx="1"/>
          </p:nvPr>
        </p:nvSpPr>
        <p:spPr>
          <a:xfrm>
            <a:off x="2329974" y="220599"/>
            <a:ext cx="7132320" cy="1481328"/>
          </a:xfrm>
        </p:spPr>
        <p:txBody>
          <a:bodyPr/>
          <a:lstStyle>
            <a:lvl1pPr marL="0" indent="0">
              <a:buNone/>
              <a:defRPr sz="1664"/>
            </a:lvl1pPr>
            <a:lvl2pPr marL="237717" indent="0">
              <a:buNone/>
              <a:defRPr sz="1456"/>
            </a:lvl2pPr>
            <a:lvl3pPr marL="475433" indent="0">
              <a:buNone/>
              <a:defRPr sz="1248"/>
            </a:lvl3pPr>
            <a:lvl4pPr marL="713150" indent="0">
              <a:buNone/>
              <a:defRPr sz="1040"/>
            </a:lvl4pPr>
            <a:lvl5pPr marL="950867" indent="0">
              <a:buNone/>
              <a:defRPr sz="1040"/>
            </a:lvl5pPr>
            <a:lvl6pPr marL="1188584" indent="0">
              <a:buNone/>
              <a:defRPr sz="1040"/>
            </a:lvl6pPr>
            <a:lvl7pPr marL="1426300" indent="0">
              <a:buNone/>
              <a:defRPr sz="1040"/>
            </a:lvl7pPr>
            <a:lvl8pPr marL="1664017" indent="0">
              <a:buNone/>
              <a:defRPr sz="1040"/>
            </a:lvl8pPr>
            <a:lvl9pPr marL="1901734" indent="0">
              <a:buNone/>
              <a:defRPr sz="1040"/>
            </a:lvl9pPr>
          </a:lstStyle>
          <a:p>
            <a:endParaRPr lang="en-US"/>
          </a:p>
        </p:txBody>
      </p:sp>
      <p:sp>
        <p:nvSpPr>
          <p:cNvPr id="4" name="Text Placeholder 3"/>
          <p:cNvSpPr>
            <a:spLocks noGrp="1"/>
          </p:cNvSpPr>
          <p:nvPr>
            <p:ph type="body" sz="half" idx="2"/>
          </p:nvPr>
        </p:nvSpPr>
        <p:spPr>
          <a:xfrm>
            <a:off x="2329974" y="1932242"/>
            <a:ext cx="7132320" cy="289750"/>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ED101441-3954-4234-8E77-79F8676957CB}" type="datetime1">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5290FD-71D0-407D-83AB-396A7FD0C9D0}"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98873"/>
            <a:ext cx="2674620" cy="210654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0" y="98873"/>
            <a:ext cx="7825740" cy="21065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019B73-AB8A-401C-A09D-1C931BCE90B8}" type="datetime1">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98870"/>
            <a:ext cx="10698480" cy="4114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4360" y="576077"/>
            <a:ext cx="10698480" cy="16293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0" y="2288291"/>
            <a:ext cx="2773680" cy="131445"/>
          </a:xfrm>
          <a:prstGeom prst="rect">
            <a:avLst/>
          </a:prstGeom>
        </p:spPr>
        <p:txBody>
          <a:bodyPr vert="horz" lIns="91440" tIns="45720" rIns="91440" bIns="45720" rtlCol="0" anchor="ctr"/>
          <a:lstStyle>
            <a:lvl1pPr algn="l">
              <a:defRPr sz="624">
                <a:solidFill>
                  <a:schemeClr val="tx1">
                    <a:tint val="75000"/>
                  </a:schemeClr>
                </a:solidFill>
              </a:defRPr>
            </a:lvl1pPr>
          </a:lstStyle>
          <a:p>
            <a:fld id="{8BF02AB2-EABE-44C0-9D58-D80514717591}" type="datetime1">
              <a:rPr lang="en-US" smtClean="0"/>
              <a:t>3/13/2026</a:t>
            </a:fld>
            <a:endParaRPr lang="en-US"/>
          </a:p>
        </p:txBody>
      </p:sp>
      <p:sp>
        <p:nvSpPr>
          <p:cNvPr id="5" name="Footer Placeholder 4"/>
          <p:cNvSpPr>
            <a:spLocks noGrp="1"/>
          </p:cNvSpPr>
          <p:nvPr>
            <p:ph type="ftr" sz="quarter" idx="3"/>
          </p:nvPr>
        </p:nvSpPr>
        <p:spPr>
          <a:xfrm>
            <a:off x="4061460" y="2288291"/>
            <a:ext cx="3764280" cy="131445"/>
          </a:xfrm>
          <a:prstGeom prst="rect">
            <a:avLst/>
          </a:prstGeom>
        </p:spPr>
        <p:txBody>
          <a:bodyPr vert="horz" lIns="91440" tIns="45720" rIns="91440" bIns="45720" rtlCol="0" anchor="ctr"/>
          <a:lstStyle>
            <a:lvl1pPr algn="ctr">
              <a:defRPr sz="62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2288291"/>
            <a:ext cx="2773680" cy="131445"/>
          </a:xfrm>
          <a:prstGeom prst="rect">
            <a:avLst/>
          </a:prstGeom>
        </p:spPr>
        <p:txBody>
          <a:bodyPr vert="horz" lIns="91440" tIns="45720" rIns="91440" bIns="45720" rtlCol="0" anchor="ctr"/>
          <a:lstStyle>
            <a:lvl1pPr algn="r">
              <a:defRPr sz="624">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4" r:id="rId7"/>
    <p:sldLayoutId id="2147483660" r:id="rId8"/>
    <p:sldLayoutId id="2147483663" r:id="rId9"/>
    <p:sldLayoutId id="2147483661" r:id="rId10"/>
    <p:sldLayoutId id="2147483662" r:id="rId11"/>
    <p:sldLayoutId id="2147483656" r:id="rId12"/>
    <p:sldLayoutId id="2147483657" r:id="rId13"/>
    <p:sldLayoutId id="2147483658" r:id="rId14"/>
    <p:sldLayoutId id="2147483659" r:id="rId15"/>
  </p:sldLayoutIdLst>
  <p:hf hdr="0" ftr="0" dt="0"/>
  <p:txStyles>
    <p:titleStyle>
      <a:lvl1pPr algn="ctr" defTabSz="475433" rtl="0" eaLnBrk="1" latinLnBrk="0" hangingPunct="1">
        <a:spcBef>
          <a:spcPct val="0"/>
        </a:spcBef>
        <a:buNone/>
        <a:defRPr sz="2288" kern="1200">
          <a:solidFill>
            <a:schemeClr val="tx1"/>
          </a:solidFill>
          <a:latin typeface="+mj-lt"/>
          <a:ea typeface="+mj-ea"/>
          <a:cs typeface="+mj-cs"/>
        </a:defRPr>
      </a:lvl1pPr>
    </p:titleStyle>
    <p:bodyStyle>
      <a:lvl1pPr marL="178287" indent="-178287" algn="l" defTabSz="475433" rtl="0" eaLnBrk="1" latinLnBrk="0" hangingPunct="1">
        <a:spcBef>
          <a:spcPct val="20000"/>
        </a:spcBef>
        <a:buFont typeface="Arial" pitchFamily="34" charset="0"/>
        <a:buChar char="•"/>
        <a:defRPr sz="1664" kern="1200">
          <a:solidFill>
            <a:schemeClr val="tx1"/>
          </a:solidFill>
          <a:latin typeface="+mn-lt"/>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p:bodyStyle>
    <p:otherStyle>
      <a:defPPr>
        <a:defRPr lang="en-US"/>
      </a:defPPr>
      <a:lvl1pPr marL="0" algn="l" defTabSz="475433" rtl="0" eaLnBrk="1" latinLnBrk="0" hangingPunct="1">
        <a:defRPr sz="936" kern="1200">
          <a:solidFill>
            <a:schemeClr val="tx1"/>
          </a:solidFill>
          <a:latin typeface="+mn-lt"/>
          <a:ea typeface="+mn-ea"/>
          <a:cs typeface="+mn-cs"/>
        </a:defRPr>
      </a:lvl1pPr>
      <a:lvl2pPr marL="237717" algn="l" defTabSz="475433" rtl="0" eaLnBrk="1" latinLnBrk="0" hangingPunct="1">
        <a:defRPr sz="936" kern="1200">
          <a:solidFill>
            <a:schemeClr val="tx1"/>
          </a:solidFill>
          <a:latin typeface="+mn-lt"/>
          <a:ea typeface="+mn-ea"/>
          <a:cs typeface="+mn-cs"/>
        </a:defRPr>
      </a:lvl2pPr>
      <a:lvl3pPr marL="475433" algn="l" defTabSz="475433" rtl="0" eaLnBrk="1" latinLnBrk="0" hangingPunct="1">
        <a:defRPr sz="936" kern="1200">
          <a:solidFill>
            <a:schemeClr val="tx1"/>
          </a:solidFill>
          <a:latin typeface="+mn-lt"/>
          <a:ea typeface="+mn-ea"/>
          <a:cs typeface="+mn-cs"/>
        </a:defRPr>
      </a:lvl3pPr>
      <a:lvl4pPr marL="713150" algn="l" defTabSz="475433" rtl="0" eaLnBrk="1" latinLnBrk="0" hangingPunct="1">
        <a:defRPr sz="936" kern="1200">
          <a:solidFill>
            <a:schemeClr val="tx1"/>
          </a:solidFill>
          <a:latin typeface="+mn-lt"/>
          <a:ea typeface="+mn-ea"/>
          <a:cs typeface="+mn-cs"/>
        </a:defRPr>
      </a:lvl4pPr>
      <a:lvl5pPr marL="950867" algn="l" defTabSz="475433" rtl="0" eaLnBrk="1" latinLnBrk="0" hangingPunct="1">
        <a:defRPr sz="936" kern="1200">
          <a:solidFill>
            <a:schemeClr val="tx1"/>
          </a:solidFill>
          <a:latin typeface="+mn-lt"/>
          <a:ea typeface="+mn-ea"/>
          <a:cs typeface="+mn-cs"/>
        </a:defRPr>
      </a:lvl5pPr>
      <a:lvl6pPr marL="1188584" algn="l" defTabSz="475433" rtl="0" eaLnBrk="1" latinLnBrk="0" hangingPunct="1">
        <a:defRPr sz="936" kern="1200">
          <a:solidFill>
            <a:schemeClr val="tx1"/>
          </a:solidFill>
          <a:latin typeface="+mn-lt"/>
          <a:ea typeface="+mn-ea"/>
          <a:cs typeface="+mn-cs"/>
        </a:defRPr>
      </a:lvl6pPr>
      <a:lvl7pPr marL="1426300" algn="l" defTabSz="475433" rtl="0" eaLnBrk="1" latinLnBrk="0" hangingPunct="1">
        <a:defRPr sz="936" kern="1200">
          <a:solidFill>
            <a:schemeClr val="tx1"/>
          </a:solidFill>
          <a:latin typeface="+mn-lt"/>
          <a:ea typeface="+mn-ea"/>
          <a:cs typeface="+mn-cs"/>
        </a:defRPr>
      </a:lvl7pPr>
      <a:lvl8pPr marL="1664017" algn="l" defTabSz="475433" rtl="0" eaLnBrk="1" latinLnBrk="0" hangingPunct="1">
        <a:defRPr sz="936" kern="1200">
          <a:solidFill>
            <a:schemeClr val="tx1"/>
          </a:solidFill>
          <a:latin typeface="+mn-lt"/>
          <a:ea typeface="+mn-ea"/>
          <a:cs typeface="+mn-cs"/>
        </a:defRPr>
      </a:lvl8pPr>
      <a:lvl9pPr marL="1901734" algn="l" defTabSz="475433" rtl="0" eaLnBrk="1" latinLnBrk="0" hangingPunct="1">
        <a:defRPr sz="9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52D177-142C-0C9B-4881-DF64553799E3}"/>
              </a:ext>
            </a:extLst>
          </p:cNvPr>
          <p:cNvSpPr>
            <a:spLocks noGrp="1"/>
          </p:cNvSpPr>
          <p:nvPr>
            <p:ph type="body" sz="quarter" idx="10"/>
          </p:nvPr>
        </p:nvSpPr>
        <p:spPr/>
        <p:txBody>
          <a:bodyPr/>
          <a:lstStyle/>
          <a:p>
            <a:pPr algn="ctr"/>
            <a:r>
              <a:rPr lang="en-AU" dirty="0"/>
              <a:t>Lesson 5 – Design for Good</a:t>
            </a:r>
          </a:p>
        </p:txBody>
      </p:sp>
      <p:sp>
        <p:nvSpPr>
          <p:cNvPr id="3" name="Text Placeholder 2">
            <a:extLst>
              <a:ext uri="{FF2B5EF4-FFF2-40B4-BE49-F238E27FC236}">
                <a16:creationId xmlns:a16="http://schemas.microsoft.com/office/drawing/2014/main" id="{2BCB7805-8FCD-E89F-4529-B295A6941F6F}"/>
              </a:ext>
            </a:extLst>
          </p:cNvPr>
          <p:cNvSpPr>
            <a:spLocks noGrp="1"/>
          </p:cNvSpPr>
          <p:nvPr>
            <p:ph type="body" sz="quarter" idx="11"/>
          </p:nvPr>
        </p:nvSpPr>
        <p:spPr>
          <a:xfrm>
            <a:off x="0" y="4991262"/>
            <a:ext cx="9906000" cy="584775"/>
          </a:xfrm>
        </p:spPr>
        <p:txBody>
          <a:bodyPr/>
          <a:lstStyle/>
          <a:p>
            <a:pPr algn="ctr"/>
            <a:r>
              <a:rPr lang="en-AU" sz="3200" dirty="0"/>
              <a:t>Sustainability, societal impact and equity </a:t>
            </a:r>
          </a:p>
        </p:txBody>
      </p:sp>
    </p:spTree>
    <p:extLst>
      <p:ext uri="{BB962C8B-B14F-4D97-AF65-F5344CB8AC3E}">
        <p14:creationId xmlns:p14="http://schemas.microsoft.com/office/powerpoint/2010/main" val="65412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AC215D-516B-6F51-1785-9DF4278B0D8F}"/>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5" name="Rectangle 4">
            <a:extLst>
              <a:ext uri="{FF2B5EF4-FFF2-40B4-BE49-F238E27FC236}">
                <a16:creationId xmlns:a16="http://schemas.microsoft.com/office/drawing/2014/main" id="{D789FFFD-EF36-330F-4125-4379F745FF83}"/>
              </a:ext>
            </a:extLst>
          </p:cNvPr>
          <p:cNvSpPr/>
          <p:nvPr/>
        </p:nvSpPr>
        <p:spPr>
          <a:xfrm>
            <a:off x="557412" y="463511"/>
            <a:ext cx="5176638" cy="769441"/>
          </a:xfrm>
          <a:prstGeom prst="rect">
            <a:avLst/>
          </a:prstGeom>
          <a:noFill/>
        </p:spPr>
        <p:txBody>
          <a:bodyPr wrap="square" lIns="91440" tIns="45720" rIns="91440" bIns="45720">
            <a:spAutoFit/>
          </a:bodyPr>
          <a:lstStyle/>
          <a:p>
            <a:r>
              <a:rPr lang="en-US" sz="440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Preparation</a:t>
            </a:r>
            <a:endParaRPr lang="en-US" sz="3200" b="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
        <p:nvSpPr>
          <p:cNvPr id="6" name="Rectangle 5">
            <a:extLst>
              <a:ext uri="{FF2B5EF4-FFF2-40B4-BE49-F238E27FC236}">
                <a16:creationId xmlns:a16="http://schemas.microsoft.com/office/drawing/2014/main" id="{73E62CC9-1B28-18A7-CC52-50EB57FDE7EA}"/>
              </a:ext>
            </a:extLst>
          </p:cNvPr>
          <p:cNvSpPr/>
          <p:nvPr/>
        </p:nvSpPr>
        <p:spPr>
          <a:xfrm>
            <a:off x="557412" y="1500642"/>
            <a:ext cx="8491338" cy="1030860"/>
          </a:xfrm>
          <a:prstGeom prst="rect">
            <a:avLst/>
          </a:prstGeom>
          <a:noFill/>
        </p:spPr>
        <p:txBody>
          <a:bodyPr wrap="square" lIns="91440" tIns="45720" rIns="91440" bIns="45720">
            <a:spAutoFit/>
          </a:bodyPr>
          <a:lstStyle/>
          <a:p>
            <a:pPr marL="266700" indent="-266700">
              <a:lnSpc>
                <a:spcPts val="2500"/>
              </a:lnSpc>
              <a:buFont typeface="Arial" panose="020B0604020202020204" pitchFamily="34" charset="0"/>
              <a:buChar char="•"/>
            </a:pPr>
            <a:r>
              <a:rPr lang="en-US" sz="2000" b="0" cap="none" spc="0" dirty="0">
                <a:ln w="0"/>
                <a:solidFill>
                  <a:srgbClr val="233A17"/>
                </a:solidFill>
                <a:latin typeface="Aptos" panose="020B0004020202020204" pitchFamily="34" charset="0"/>
              </a:rPr>
              <a:t>Print off Design for Good Worksheet, one per group of 3-4 is appropriate (total 4 pages)</a:t>
            </a:r>
            <a:endParaRPr lang="en-US" sz="1600" dirty="0">
              <a:ln w="0"/>
              <a:solidFill>
                <a:srgbClr val="233A17"/>
              </a:solidFill>
              <a:latin typeface="Aptos" panose="020B0004020202020204" pitchFamily="34" charset="0"/>
            </a:endParaRPr>
          </a:p>
          <a:p>
            <a:pPr marL="457200" indent="-457200">
              <a:lnSpc>
                <a:spcPts val="2500"/>
              </a:lnSpc>
              <a:buFont typeface="Arial" panose="020B0604020202020204" pitchFamily="34" charset="0"/>
              <a:buChar char="•"/>
            </a:pPr>
            <a:endParaRPr lang="en-US" sz="1600" b="0" cap="none" spc="0" dirty="0">
              <a:ln w="0"/>
              <a:solidFill>
                <a:srgbClr val="233A17"/>
              </a:solidFill>
              <a:latin typeface="Aptos" panose="020B0004020202020204" pitchFamily="34" charset="0"/>
            </a:endParaRPr>
          </a:p>
        </p:txBody>
      </p:sp>
      <p:pic>
        <p:nvPicPr>
          <p:cNvPr id="4" name="Picture 3">
            <a:extLst>
              <a:ext uri="{FF2B5EF4-FFF2-40B4-BE49-F238E27FC236}">
                <a16:creationId xmlns:a16="http://schemas.microsoft.com/office/drawing/2014/main" id="{41412EB0-2B98-0953-CBEB-38E02C1FB394}"/>
              </a:ext>
            </a:extLst>
          </p:cNvPr>
          <p:cNvPicPr>
            <a:picLocks noChangeAspect="1"/>
          </p:cNvPicPr>
          <p:nvPr/>
        </p:nvPicPr>
        <p:blipFill>
          <a:blip r:embed="rId2"/>
          <a:stretch>
            <a:fillRect/>
          </a:stretch>
        </p:blipFill>
        <p:spPr>
          <a:xfrm>
            <a:off x="1023796" y="2315192"/>
            <a:ext cx="7858408" cy="4211724"/>
          </a:xfrm>
          <a:prstGeom prst="rect">
            <a:avLst/>
          </a:prstGeom>
        </p:spPr>
      </p:pic>
    </p:spTree>
    <p:extLst>
      <p:ext uri="{BB962C8B-B14F-4D97-AF65-F5344CB8AC3E}">
        <p14:creationId xmlns:p14="http://schemas.microsoft.com/office/powerpoint/2010/main" val="279058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E85537-D87E-735A-2128-5D2AD252C88F}"/>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3" name="Text Placeholder 2">
            <a:extLst>
              <a:ext uri="{FF2B5EF4-FFF2-40B4-BE49-F238E27FC236}">
                <a16:creationId xmlns:a16="http://schemas.microsoft.com/office/drawing/2014/main" id="{4681BDF5-D129-03AF-57DF-0D232D64E6C1}"/>
              </a:ext>
            </a:extLst>
          </p:cNvPr>
          <p:cNvSpPr>
            <a:spLocks noGrp="1"/>
          </p:cNvSpPr>
          <p:nvPr>
            <p:ph type="body" sz="quarter" idx="13"/>
          </p:nvPr>
        </p:nvSpPr>
        <p:spPr>
          <a:xfrm>
            <a:off x="489395" y="675788"/>
            <a:ext cx="5857083" cy="952500"/>
          </a:xfrm>
        </p:spPr>
        <p:txBody>
          <a:bodyPr/>
          <a:lstStyle/>
          <a:p>
            <a:r>
              <a:rPr lang="en-AU"/>
              <a:t>Important instruction</a:t>
            </a:r>
            <a:endParaRPr lang="en-AU" dirty="0"/>
          </a:p>
        </p:txBody>
      </p:sp>
      <p:sp>
        <p:nvSpPr>
          <p:cNvPr id="4" name="Text Placeholder 3">
            <a:extLst>
              <a:ext uri="{FF2B5EF4-FFF2-40B4-BE49-F238E27FC236}">
                <a16:creationId xmlns:a16="http://schemas.microsoft.com/office/drawing/2014/main" id="{523CE6A5-B51E-E0B9-3794-7D2BCD0A378E}"/>
              </a:ext>
            </a:extLst>
          </p:cNvPr>
          <p:cNvSpPr>
            <a:spLocks noGrp="1"/>
          </p:cNvSpPr>
          <p:nvPr>
            <p:ph type="body" sz="quarter" idx="14"/>
          </p:nvPr>
        </p:nvSpPr>
        <p:spPr/>
        <p:txBody>
          <a:bodyPr/>
          <a:lstStyle/>
          <a:p>
            <a:r>
              <a:rPr lang="en-AU" dirty="0"/>
              <a:t>Students will choose a material to design Blossom’s skin in this lesson. The idea is that they will source that material from home to design next week.</a:t>
            </a:r>
          </a:p>
          <a:p>
            <a:r>
              <a:rPr lang="en-AU" dirty="0"/>
              <a:t>At the end of the lesson get students to plan in their groups who will be sourcing what, if multiple materials. The lesson is designed such that materials are sustainable and equitable, they should be free and repurposed. If any groups run into tubule sourcing materials they are welcome to use the recycled shopping bags we provided.</a:t>
            </a:r>
          </a:p>
        </p:txBody>
      </p:sp>
    </p:spTree>
    <p:extLst>
      <p:ext uri="{BB962C8B-B14F-4D97-AF65-F5344CB8AC3E}">
        <p14:creationId xmlns:p14="http://schemas.microsoft.com/office/powerpoint/2010/main" val="3018489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34893-8AE8-5BFE-E072-C31954F6C076}"/>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7" name="Text Placeholder 2">
            <a:extLst>
              <a:ext uri="{FF2B5EF4-FFF2-40B4-BE49-F238E27FC236}">
                <a16:creationId xmlns:a16="http://schemas.microsoft.com/office/drawing/2014/main" id="{1123B11A-1646-BCAB-265A-0C82AA3D20CD}"/>
              </a:ext>
            </a:extLst>
          </p:cNvPr>
          <p:cNvSpPr>
            <a:spLocks noGrp="1"/>
          </p:cNvSpPr>
          <p:nvPr>
            <p:ph type="body" sz="quarter" idx="13"/>
          </p:nvPr>
        </p:nvSpPr>
        <p:spPr>
          <a:xfrm>
            <a:off x="489396" y="675788"/>
            <a:ext cx="5505450" cy="952500"/>
          </a:xfrm>
        </p:spPr>
        <p:txBody>
          <a:bodyPr/>
          <a:lstStyle/>
          <a:p>
            <a:r>
              <a:rPr lang="en-AU" dirty="0"/>
              <a:t>Lesson 5 - Overview</a:t>
            </a:r>
          </a:p>
        </p:txBody>
      </p:sp>
      <p:sp>
        <p:nvSpPr>
          <p:cNvPr id="3" name="Text Placeholder 4">
            <a:extLst>
              <a:ext uri="{FF2B5EF4-FFF2-40B4-BE49-F238E27FC236}">
                <a16:creationId xmlns:a16="http://schemas.microsoft.com/office/drawing/2014/main" id="{0AA82480-504B-5D88-B799-DACE7FD797FF}"/>
              </a:ext>
            </a:extLst>
          </p:cNvPr>
          <p:cNvSpPr txBox="1">
            <a:spLocks/>
          </p:cNvSpPr>
          <p:nvPr/>
        </p:nvSpPr>
        <p:spPr>
          <a:xfrm>
            <a:off x="489396" y="1553903"/>
            <a:ext cx="9494359" cy="3750194"/>
          </a:xfrm>
          <a:prstGeom prst="rect">
            <a:avLst/>
          </a:prstGeom>
          <a:noFill/>
        </p:spPr>
        <p:txBody>
          <a:bodyPr vert="horz" wrap="square" lIns="91440" tIns="45720" rIns="91440" bIns="45720" rtlCol="0">
            <a:sp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457200" indent="-457200">
              <a:lnSpc>
                <a:spcPct val="150000"/>
              </a:lnSpc>
              <a:buFont typeface="Arial" pitchFamily="34" charset="0"/>
              <a:buAutoNum type="arabicPeriod"/>
            </a:pPr>
            <a:r>
              <a:rPr lang="en-AU" b="1" dirty="0"/>
              <a:t>Lesson 4 Recap </a:t>
            </a:r>
            <a:r>
              <a:rPr lang="en-AU" dirty="0"/>
              <a:t>- 5 min</a:t>
            </a:r>
          </a:p>
          <a:p>
            <a:pPr marL="457200" indent="-457200">
              <a:lnSpc>
                <a:spcPct val="150000"/>
              </a:lnSpc>
              <a:buFont typeface="Arial" pitchFamily="34" charset="0"/>
              <a:buAutoNum type="arabicPeriod"/>
            </a:pPr>
            <a:r>
              <a:rPr lang="en-AU" b="1" dirty="0"/>
              <a:t>Design factors </a:t>
            </a:r>
            <a:r>
              <a:rPr lang="en-AU" dirty="0"/>
              <a:t>– 15 min</a:t>
            </a:r>
            <a:endParaRPr lang="en-AU" b="1" dirty="0"/>
          </a:p>
          <a:p>
            <a:pPr marL="208003" lvl="1" indent="0">
              <a:lnSpc>
                <a:spcPct val="150000"/>
              </a:lnSpc>
              <a:buFont typeface="Wingdings" panose="05000000000000000000" pitchFamily="2" charset="2"/>
              <a:buNone/>
            </a:pPr>
            <a:r>
              <a:rPr lang="en-AU" dirty="0"/>
              <a:t>2.1 Perception</a:t>
            </a:r>
          </a:p>
          <a:p>
            <a:pPr marL="208003" lvl="1" indent="0">
              <a:lnSpc>
                <a:spcPct val="150000"/>
              </a:lnSpc>
              <a:buFont typeface="Wingdings" panose="05000000000000000000" pitchFamily="2" charset="2"/>
              <a:buNone/>
            </a:pPr>
            <a:r>
              <a:rPr lang="en-AU" dirty="0"/>
              <a:t>2.2 Sustainability</a:t>
            </a:r>
          </a:p>
          <a:p>
            <a:pPr marL="208003" lvl="1" indent="0">
              <a:lnSpc>
                <a:spcPct val="150000"/>
              </a:lnSpc>
              <a:buFont typeface="Wingdings" panose="05000000000000000000" pitchFamily="2" charset="2"/>
              <a:buNone/>
            </a:pPr>
            <a:r>
              <a:rPr lang="en-AU" dirty="0"/>
              <a:t>2.3 Equity</a:t>
            </a:r>
          </a:p>
          <a:p>
            <a:pPr marL="0" lvl="1" indent="0">
              <a:lnSpc>
                <a:spcPct val="150000"/>
              </a:lnSpc>
              <a:buNone/>
            </a:pPr>
            <a:r>
              <a:rPr lang="en-AU" dirty="0"/>
              <a:t>3. </a:t>
            </a:r>
            <a:r>
              <a:rPr lang="en-AU" b="1" dirty="0"/>
              <a:t>Desing for Good worksheet </a:t>
            </a:r>
            <a:r>
              <a:rPr lang="en-AU" dirty="0"/>
              <a:t>– 30 min</a:t>
            </a:r>
            <a:endParaRPr lang="en-AU" b="1" dirty="0"/>
          </a:p>
          <a:p>
            <a:pPr marL="0" lvl="1" indent="0">
              <a:lnSpc>
                <a:spcPct val="150000"/>
              </a:lnSpc>
              <a:buFont typeface="Wingdings" panose="05000000000000000000" pitchFamily="2" charset="2"/>
              <a:buNone/>
            </a:pPr>
            <a:r>
              <a:rPr lang="en-AU" dirty="0">
                <a:highlight>
                  <a:srgbClr val="FFFF00"/>
                </a:highlight>
              </a:rPr>
              <a:t>4. </a:t>
            </a:r>
            <a:r>
              <a:rPr lang="en-AU" b="1" dirty="0">
                <a:highlight>
                  <a:srgbClr val="FFFF00"/>
                </a:highlight>
              </a:rPr>
              <a:t>Interacting with Blossom </a:t>
            </a:r>
            <a:r>
              <a:rPr lang="en-AU" dirty="0">
                <a:highlight>
                  <a:srgbClr val="FFFF00"/>
                </a:highlight>
              </a:rPr>
              <a:t>- 30 min</a:t>
            </a:r>
            <a:endParaRPr lang="en-AU" b="1" dirty="0">
              <a:solidFill>
                <a:schemeClr val="bg1">
                  <a:lumMod val="50000"/>
                </a:schemeClr>
              </a:solidFill>
              <a:highlight>
                <a:srgbClr val="FFFF00"/>
              </a:highlight>
            </a:endParaRPr>
          </a:p>
          <a:p>
            <a:pPr marL="0" lvl="1" indent="0">
              <a:lnSpc>
                <a:spcPct val="150000"/>
              </a:lnSpc>
              <a:buFont typeface="Wingdings" panose="05000000000000000000" pitchFamily="2" charset="2"/>
              <a:buNone/>
            </a:pPr>
            <a:r>
              <a:rPr lang="en-AU" dirty="0"/>
              <a:t>5. </a:t>
            </a:r>
            <a:r>
              <a:rPr lang="en-AU" b="1" dirty="0"/>
              <a:t>Survey </a:t>
            </a:r>
            <a:r>
              <a:rPr lang="en-AU" dirty="0"/>
              <a:t>- 5 min</a:t>
            </a:r>
          </a:p>
          <a:p>
            <a:pPr marL="0" lvl="1" indent="0">
              <a:lnSpc>
                <a:spcPct val="150000"/>
              </a:lnSpc>
              <a:buFont typeface="Wingdings" panose="05000000000000000000" pitchFamily="2" charset="2"/>
              <a:buNone/>
            </a:pPr>
            <a:r>
              <a:rPr lang="en-AU" dirty="0"/>
              <a:t>6. </a:t>
            </a:r>
            <a:r>
              <a:rPr lang="en-AU" b="1" dirty="0"/>
              <a:t>Summary</a:t>
            </a:r>
            <a:r>
              <a:rPr lang="en-AU" dirty="0"/>
              <a:t> - 5 min</a:t>
            </a:r>
          </a:p>
          <a:p>
            <a:pPr marL="0" lvl="1" indent="0">
              <a:lnSpc>
                <a:spcPct val="150000"/>
              </a:lnSpc>
              <a:buFont typeface="Wingdings" panose="05000000000000000000" pitchFamily="2" charset="2"/>
              <a:buNone/>
            </a:pPr>
            <a:r>
              <a:rPr lang="en-AU" dirty="0"/>
              <a:t>Total: 90 min</a:t>
            </a:r>
          </a:p>
        </p:txBody>
      </p:sp>
    </p:spTree>
    <p:extLst>
      <p:ext uri="{BB962C8B-B14F-4D97-AF65-F5344CB8AC3E}">
        <p14:creationId xmlns:p14="http://schemas.microsoft.com/office/powerpoint/2010/main" val="348553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B65B4-C44D-7C32-4BBC-31F7D4A3E614}"/>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5" name="Text Placeholder 2">
            <a:extLst>
              <a:ext uri="{FF2B5EF4-FFF2-40B4-BE49-F238E27FC236}">
                <a16:creationId xmlns:a16="http://schemas.microsoft.com/office/drawing/2014/main" id="{6AF99E4E-0D5C-04CA-C40F-53FE2D2BC65A}"/>
              </a:ext>
            </a:extLst>
          </p:cNvPr>
          <p:cNvSpPr>
            <a:spLocks noGrp="1"/>
          </p:cNvSpPr>
          <p:nvPr>
            <p:ph type="body" sz="quarter" idx="13"/>
          </p:nvPr>
        </p:nvSpPr>
        <p:spPr>
          <a:xfrm>
            <a:off x="501873" y="625436"/>
            <a:ext cx="5873304" cy="952500"/>
          </a:xfrm>
        </p:spPr>
        <p:txBody>
          <a:bodyPr/>
          <a:lstStyle/>
          <a:p>
            <a:pPr>
              <a:lnSpc>
                <a:spcPts val="4000"/>
              </a:lnSpc>
              <a:spcBef>
                <a:spcPts val="0"/>
              </a:spcBef>
            </a:pPr>
            <a:r>
              <a:rPr lang="en-AU" dirty="0"/>
              <a:t>Lesson 5 – </a:t>
            </a:r>
            <a:br>
              <a:rPr lang="en-AU" dirty="0"/>
            </a:br>
            <a:r>
              <a:rPr lang="en-AU" dirty="0"/>
              <a:t>Learning objectives</a:t>
            </a:r>
          </a:p>
        </p:txBody>
      </p:sp>
      <p:sp>
        <p:nvSpPr>
          <p:cNvPr id="6" name="Text Placeholder 4">
            <a:extLst>
              <a:ext uri="{FF2B5EF4-FFF2-40B4-BE49-F238E27FC236}">
                <a16:creationId xmlns:a16="http://schemas.microsoft.com/office/drawing/2014/main" id="{4518DE7A-DC54-DA4B-6DE9-467E1F3F284F}"/>
              </a:ext>
            </a:extLst>
          </p:cNvPr>
          <p:cNvSpPr>
            <a:spLocks noGrp="1"/>
          </p:cNvSpPr>
          <p:nvPr>
            <p:ph type="body" sz="quarter" idx="14"/>
          </p:nvPr>
        </p:nvSpPr>
        <p:spPr>
          <a:xfrm>
            <a:off x="501873" y="1731757"/>
            <a:ext cx="8902254" cy="3025636"/>
          </a:xfrm>
          <a:prstGeom prst="rect">
            <a:avLst/>
          </a:prstGeom>
          <a:noFill/>
        </p:spPr>
        <p:txBody>
          <a:bodyPr wrap="square" lIns="91440" tIns="45720" rIns="91440" bIns="45720">
            <a:spAutoFit/>
          </a:bodyPr>
          <a:lstStyle/>
          <a:p>
            <a:pPr marL="0" indent="0">
              <a:buNone/>
            </a:pPr>
            <a:r>
              <a:rPr lang="en-US" dirty="0"/>
              <a:t>After </a:t>
            </a:r>
            <a:r>
              <a:rPr lang="en-US" b="0" cap="none" spc="0" dirty="0">
                <a:ln w="0"/>
                <a:solidFill>
                  <a:srgbClr val="233A17"/>
                </a:solidFill>
              </a:rPr>
              <a:t>this lesson, students will be able to:</a:t>
            </a:r>
          </a:p>
          <a:p>
            <a:pPr defTabSz="914400" eaLnBrk="0" fontAlgn="base" hangingPunct="0">
              <a:lnSpc>
                <a:spcPct val="150000"/>
              </a:lnSpc>
              <a:spcBef>
                <a:spcPct val="0"/>
              </a:spcBef>
              <a:spcAft>
                <a:spcPct val="0"/>
              </a:spcAft>
            </a:pPr>
            <a:r>
              <a:rPr lang="en-US" altLang="en-US" dirty="0">
                <a:ln>
                  <a:noFill/>
                </a:ln>
              </a:rPr>
              <a:t>Explain the environmental benefit of using recycled materials in design </a:t>
            </a:r>
          </a:p>
          <a:p>
            <a:pPr defTabSz="914400" eaLnBrk="0" fontAlgn="base" hangingPunct="0">
              <a:lnSpc>
                <a:spcPct val="150000"/>
              </a:lnSpc>
              <a:spcBef>
                <a:spcPct val="0"/>
              </a:spcBef>
              <a:spcAft>
                <a:spcPct val="0"/>
              </a:spcAft>
            </a:pPr>
            <a:r>
              <a:rPr lang="en-US" altLang="en-US" dirty="0">
                <a:ln>
                  <a:noFill/>
                </a:ln>
              </a:rPr>
              <a:t>Describe what inclusive design means and why it matters </a:t>
            </a:r>
          </a:p>
          <a:p>
            <a:pPr defTabSz="914400" eaLnBrk="0" fontAlgn="base" hangingPunct="0">
              <a:lnSpc>
                <a:spcPct val="150000"/>
              </a:lnSpc>
              <a:spcBef>
                <a:spcPct val="0"/>
              </a:spcBef>
              <a:spcAft>
                <a:spcPct val="0"/>
              </a:spcAft>
            </a:pPr>
            <a:r>
              <a:rPr lang="en-US" altLang="en-US" dirty="0">
                <a:ln>
                  <a:noFill/>
                </a:ln>
              </a:rPr>
              <a:t>Identify how a robot's appearance influences human perception and trust </a:t>
            </a:r>
          </a:p>
          <a:p>
            <a:pPr defTabSz="914400" eaLnBrk="0" fontAlgn="base" hangingPunct="0">
              <a:lnSpc>
                <a:spcPct val="150000"/>
              </a:lnSpc>
              <a:spcBef>
                <a:spcPct val="0"/>
              </a:spcBef>
              <a:spcAft>
                <a:spcPct val="0"/>
              </a:spcAft>
            </a:pPr>
            <a:r>
              <a:rPr lang="en-US" altLang="en-US" dirty="0">
                <a:ln>
                  <a:noFill/>
                </a:ln>
              </a:rPr>
              <a:t>Reflect on how design choices affect who can access and benefit from technology </a:t>
            </a:r>
          </a:p>
          <a:p>
            <a:pPr defTabSz="914400" eaLnBrk="0" fontAlgn="base" hangingPunct="0">
              <a:lnSpc>
                <a:spcPct val="150000"/>
              </a:lnSpc>
              <a:spcBef>
                <a:spcPct val="0"/>
              </a:spcBef>
              <a:spcAft>
                <a:spcPct val="0"/>
              </a:spcAft>
            </a:pPr>
            <a:r>
              <a:rPr lang="en-US" altLang="en-US" dirty="0">
                <a:ln>
                  <a:noFill/>
                </a:ln>
              </a:rPr>
              <a:t>Evaluate whether a design decision is equitable by considering who is included or excluded </a:t>
            </a:r>
          </a:p>
          <a:p>
            <a:pPr defTabSz="914400" eaLnBrk="0" fontAlgn="base" hangingPunct="0">
              <a:lnSpc>
                <a:spcPct val="150000"/>
              </a:lnSpc>
              <a:spcBef>
                <a:spcPct val="0"/>
              </a:spcBef>
              <a:spcAft>
                <a:spcPct val="0"/>
              </a:spcAft>
            </a:pPr>
            <a:r>
              <a:rPr lang="en-US" altLang="en-US" dirty="0" err="1">
                <a:ln>
                  <a:noFill/>
                </a:ln>
              </a:rPr>
              <a:t>Recognise</a:t>
            </a:r>
            <a:r>
              <a:rPr lang="en-US" altLang="en-US" dirty="0">
                <a:ln>
                  <a:noFill/>
                </a:ln>
              </a:rPr>
              <a:t> that good design involves values and social responsibility, not just function </a:t>
            </a:r>
          </a:p>
          <a:p>
            <a:pPr marL="0" indent="0">
              <a:buNone/>
            </a:pPr>
            <a:endParaRPr lang="en-US" dirty="0"/>
          </a:p>
        </p:txBody>
      </p:sp>
    </p:spTree>
    <p:extLst>
      <p:ext uri="{BB962C8B-B14F-4D97-AF65-F5344CB8AC3E}">
        <p14:creationId xmlns:p14="http://schemas.microsoft.com/office/powerpoint/2010/main" val="725145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4F37DC-5BAA-CE86-6E46-82084B87CA38}"/>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3" name="Text Placeholder 2">
            <a:extLst>
              <a:ext uri="{FF2B5EF4-FFF2-40B4-BE49-F238E27FC236}">
                <a16:creationId xmlns:a16="http://schemas.microsoft.com/office/drawing/2014/main" id="{9007315D-FBC3-890A-E2BB-3A777825064F}"/>
              </a:ext>
            </a:extLst>
          </p:cNvPr>
          <p:cNvSpPr>
            <a:spLocks noGrp="1"/>
          </p:cNvSpPr>
          <p:nvPr>
            <p:ph type="body" sz="quarter" idx="13"/>
          </p:nvPr>
        </p:nvSpPr>
        <p:spPr>
          <a:xfrm>
            <a:off x="489396" y="675788"/>
            <a:ext cx="6128220" cy="952500"/>
          </a:xfrm>
        </p:spPr>
        <p:txBody>
          <a:bodyPr/>
          <a:lstStyle/>
          <a:p>
            <a:r>
              <a:rPr lang="en-AU" dirty="0"/>
              <a:t>Lesson 5 -</a:t>
            </a:r>
          </a:p>
          <a:p>
            <a:r>
              <a:rPr lang="en-AU" dirty="0"/>
              <a:t>Student success criteria</a:t>
            </a:r>
          </a:p>
        </p:txBody>
      </p:sp>
      <p:sp>
        <p:nvSpPr>
          <p:cNvPr id="4" name="Text Placeholder 3">
            <a:extLst>
              <a:ext uri="{FF2B5EF4-FFF2-40B4-BE49-F238E27FC236}">
                <a16:creationId xmlns:a16="http://schemas.microsoft.com/office/drawing/2014/main" id="{A0C3465F-4FAE-FE4B-8079-80D9DA6E379E}"/>
              </a:ext>
            </a:extLst>
          </p:cNvPr>
          <p:cNvSpPr>
            <a:spLocks noGrp="1"/>
          </p:cNvSpPr>
          <p:nvPr>
            <p:ph type="body" sz="quarter" idx="14"/>
          </p:nvPr>
        </p:nvSpPr>
        <p:spPr>
          <a:xfrm>
            <a:off x="489396" y="2057377"/>
            <a:ext cx="8254554" cy="3562350"/>
          </a:xfrm>
        </p:spPr>
        <p:txBody>
          <a:bodyPr/>
          <a:lstStyle/>
          <a:p>
            <a:pPr defTabSz="914400" eaLnBrk="0" fontAlgn="base" hangingPunct="0">
              <a:lnSpc>
                <a:spcPct val="150000"/>
              </a:lnSpc>
              <a:spcBef>
                <a:spcPct val="0"/>
              </a:spcBef>
              <a:spcAft>
                <a:spcPct val="0"/>
              </a:spcAft>
            </a:pPr>
            <a:r>
              <a:rPr lang="en-US" altLang="en-US" dirty="0">
                <a:ln>
                  <a:noFill/>
                </a:ln>
              </a:rPr>
              <a:t>I can explain why using recycled materials is a more sustainable design choice </a:t>
            </a:r>
          </a:p>
          <a:p>
            <a:pPr defTabSz="914400" eaLnBrk="0" fontAlgn="base" hangingPunct="0">
              <a:lnSpc>
                <a:spcPct val="150000"/>
              </a:lnSpc>
              <a:spcBef>
                <a:spcPct val="0"/>
              </a:spcBef>
              <a:spcAft>
                <a:spcPct val="0"/>
              </a:spcAft>
            </a:pPr>
            <a:r>
              <a:rPr lang="en-US" altLang="en-US" dirty="0">
                <a:ln>
                  <a:noFill/>
                </a:ln>
              </a:rPr>
              <a:t>I can describe what equity means in the context of design and technology </a:t>
            </a:r>
          </a:p>
          <a:p>
            <a:pPr defTabSz="914400" eaLnBrk="0" fontAlgn="base" hangingPunct="0">
              <a:lnSpc>
                <a:spcPct val="150000"/>
              </a:lnSpc>
              <a:spcBef>
                <a:spcPct val="0"/>
              </a:spcBef>
              <a:spcAft>
                <a:spcPct val="0"/>
              </a:spcAft>
            </a:pPr>
            <a:r>
              <a:rPr lang="en-US" altLang="en-US" dirty="0">
                <a:ln>
                  <a:noFill/>
                </a:ln>
              </a:rPr>
              <a:t>I can give an example of a design that includes some people and excludes others </a:t>
            </a:r>
          </a:p>
          <a:p>
            <a:pPr defTabSz="914400" eaLnBrk="0" fontAlgn="base" hangingPunct="0">
              <a:lnSpc>
                <a:spcPct val="150000"/>
              </a:lnSpc>
              <a:spcBef>
                <a:spcPct val="0"/>
              </a:spcBef>
              <a:spcAft>
                <a:spcPct val="0"/>
              </a:spcAft>
            </a:pPr>
            <a:r>
              <a:rPr lang="en-US" altLang="en-US" dirty="0">
                <a:ln>
                  <a:noFill/>
                </a:ln>
              </a:rPr>
              <a:t>I can explain how Blossom's appearance might change the way someone feels about it </a:t>
            </a:r>
          </a:p>
          <a:p>
            <a:pPr defTabSz="914400" eaLnBrk="0" fontAlgn="base" hangingPunct="0">
              <a:lnSpc>
                <a:spcPct val="150000"/>
              </a:lnSpc>
              <a:spcBef>
                <a:spcPct val="0"/>
              </a:spcBef>
              <a:spcAft>
                <a:spcPct val="0"/>
              </a:spcAft>
            </a:pPr>
            <a:r>
              <a:rPr lang="en-US" altLang="en-US" dirty="0">
                <a:ln>
                  <a:noFill/>
                </a:ln>
              </a:rPr>
              <a:t>I can reflect on the design choices I made and explain the values behind them </a:t>
            </a:r>
          </a:p>
          <a:p>
            <a:pPr defTabSz="914400" eaLnBrk="0" fontAlgn="base" hangingPunct="0">
              <a:lnSpc>
                <a:spcPct val="150000"/>
              </a:lnSpc>
              <a:spcBef>
                <a:spcPct val="0"/>
              </a:spcBef>
              <a:spcAft>
                <a:spcPct val="0"/>
              </a:spcAft>
            </a:pPr>
            <a:r>
              <a:rPr lang="en-US" altLang="en-US" dirty="0">
                <a:ln>
                  <a:noFill/>
                </a:ln>
              </a:rPr>
              <a:t>I can describe what "design for good" means in my own words </a:t>
            </a:r>
          </a:p>
          <a:p>
            <a:pPr>
              <a:lnSpc>
                <a:spcPct val="150000"/>
              </a:lnSpc>
            </a:pPr>
            <a:endParaRPr lang="en-AU" dirty="0"/>
          </a:p>
        </p:txBody>
      </p:sp>
    </p:spTree>
    <p:extLst>
      <p:ext uri="{BB962C8B-B14F-4D97-AF65-F5344CB8AC3E}">
        <p14:creationId xmlns:p14="http://schemas.microsoft.com/office/powerpoint/2010/main" val="1680331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9C85BC-5550-83BA-C2E0-0FFA8A184EB5}"/>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3" name="Text Placeholder 2">
            <a:extLst>
              <a:ext uri="{FF2B5EF4-FFF2-40B4-BE49-F238E27FC236}">
                <a16:creationId xmlns:a16="http://schemas.microsoft.com/office/drawing/2014/main" id="{663878AF-AF5F-ACEC-DD63-21C72ABCAAEA}"/>
              </a:ext>
            </a:extLst>
          </p:cNvPr>
          <p:cNvSpPr>
            <a:spLocks noGrp="1"/>
          </p:cNvSpPr>
          <p:nvPr>
            <p:ph type="body" sz="quarter" idx="13"/>
          </p:nvPr>
        </p:nvSpPr>
        <p:spPr/>
        <p:txBody>
          <a:bodyPr/>
          <a:lstStyle/>
          <a:p>
            <a:r>
              <a:rPr lang="en-AU" dirty="0"/>
              <a:t>Lesson 4 Recap</a:t>
            </a:r>
          </a:p>
        </p:txBody>
      </p:sp>
      <p:sp>
        <p:nvSpPr>
          <p:cNvPr id="4" name="Text Placeholder 3">
            <a:extLst>
              <a:ext uri="{FF2B5EF4-FFF2-40B4-BE49-F238E27FC236}">
                <a16:creationId xmlns:a16="http://schemas.microsoft.com/office/drawing/2014/main" id="{10C0C0BE-7D09-CFB7-4D0E-AB0A0A450A64}"/>
              </a:ext>
            </a:extLst>
          </p:cNvPr>
          <p:cNvSpPr>
            <a:spLocks noGrp="1"/>
          </p:cNvSpPr>
          <p:nvPr>
            <p:ph type="body" sz="quarter" idx="14"/>
          </p:nvPr>
        </p:nvSpPr>
        <p:spPr/>
        <p:txBody>
          <a:bodyPr/>
          <a:lstStyle/>
          <a:p>
            <a:r>
              <a:rPr lang="en-AU" dirty="0"/>
              <a:t>Instruction note: Get students to come up with some examples of AI again, maybe discussed if they noticed any examples of AI in day to day life since last week. </a:t>
            </a:r>
          </a:p>
          <a:p>
            <a:r>
              <a:rPr lang="en-US" altLang="en-US" dirty="0">
                <a:ln>
                  <a:noFill/>
                </a:ln>
              </a:rPr>
              <a:t>Sample script:</a:t>
            </a:r>
            <a:r>
              <a:rPr lang="en-US" altLang="en-US" b="0" i="1" dirty="0">
                <a:ln>
                  <a:noFill/>
                </a:ln>
              </a:rPr>
              <a:t> “AI is when computers are programmed to do things that would normally require thinking (like humans do). It learns from patterns in data, just like how we learn from our experiences. AI can make mistakes too, it’s important to check the answers that AI gives us.”</a:t>
            </a:r>
            <a:endParaRPr lang="en-AU" dirty="0"/>
          </a:p>
        </p:txBody>
      </p:sp>
    </p:spTree>
    <p:extLst>
      <p:ext uri="{BB962C8B-B14F-4D97-AF65-F5344CB8AC3E}">
        <p14:creationId xmlns:p14="http://schemas.microsoft.com/office/powerpoint/2010/main" val="585497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60519-3D20-551C-1134-EBEDA4528689}"/>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8" name="Text Placeholder 2">
            <a:extLst>
              <a:ext uri="{FF2B5EF4-FFF2-40B4-BE49-F238E27FC236}">
                <a16:creationId xmlns:a16="http://schemas.microsoft.com/office/drawing/2014/main" id="{09648C8D-617D-EA83-61D8-BE8A880CC8A0}"/>
              </a:ext>
            </a:extLst>
          </p:cNvPr>
          <p:cNvSpPr>
            <a:spLocks noGrp="1"/>
          </p:cNvSpPr>
          <p:nvPr>
            <p:ph type="body" sz="quarter" idx="13"/>
          </p:nvPr>
        </p:nvSpPr>
        <p:spPr>
          <a:xfrm>
            <a:off x="488950" y="549275"/>
            <a:ext cx="5505450" cy="952500"/>
          </a:xfrm>
        </p:spPr>
        <p:txBody>
          <a:bodyPr/>
          <a:lstStyle/>
          <a:p>
            <a:r>
              <a:rPr lang="en-AU" sz="3600" noProof="0" dirty="0"/>
              <a:t>Let’s remember what we learned in Lesson 4!</a:t>
            </a:r>
          </a:p>
        </p:txBody>
      </p:sp>
      <p:sp>
        <p:nvSpPr>
          <p:cNvPr id="3" name="Text Placeholder 5">
            <a:extLst>
              <a:ext uri="{FF2B5EF4-FFF2-40B4-BE49-F238E27FC236}">
                <a16:creationId xmlns:a16="http://schemas.microsoft.com/office/drawing/2014/main" id="{EC431988-DCED-4CE8-BD4F-F4F5289F36D0}"/>
              </a:ext>
            </a:extLst>
          </p:cNvPr>
          <p:cNvSpPr>
            <a:spLocks noGrp="1"/>
          </p:cNvSpPr>
          <p:nvPr>
            <p:ph type="body" sz="quarter" idx="14"/>
          </p:nvPr>
        </p:nvSpPr>
        <p:spPr>
          <a:xfrm>
            <a:off x="488950" y="1933575"/>
            <a:ext cx="8255000" cy="3562350"/>
          </a:xfrm>
        </p:spPr>
        <p:txBody>
          <a:bodyPr/>
          <a:lstStyle/>
          <a:p>
            <a:r>
              <a:rPr lang="en-AU" dirty="0"/>
              <a:t>What is AI?</a:t>
            </a:r>
          </a:p>
          <a:p>
            <a:pPr lvl="2"/>
            <a:r>
              <a:rPr lang="en-AU" dirty="0"/>
              <a:t>Give 3 examples of AI we come across everyday</a:t>
            </a:r>
          </a:p>
          <a:p>
            <a:r>
              <a:rPr lang="en-AU" dirty="0"/>
              <a:t>Why do we need to check the answers AI gives us?</a:t>
            </a:r>
          </a:p>
          <a:p>
            <a:r>
              <a:rPr lang="en-AU" dirty="0"/>
              <a:t>AI predicts based on patterns, it doesn’t think or understand things like we do!</a:t>
            </a:r>
          </a:p>
        </p:txBody>
      </p:sp>
    </p:spTree>
    <p:extLst>
      <p:ext uri="{BB962C8B-B14F-4D97-AF65-F5344CB8AC3E}">
        <p14:creationId xmlns:p14="http://schemas.microsoft.com/office/powerpoint/2010/main" val="229328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18B9C-5A38-E55D-7D7C-282A84A25A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589118-FE37-DEAC-AE71-B95BEBA8E208}"/>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 name="Text Placeholder 2">
            <a:extLst>
              <a:ext uri="{FF2B5EF4-FFF2-40B4-BE49-F238E27FC236}">
                <a16:creationId xmlns:a16="http://schemas.microsoft.com/office/drawing/2014/main" id="{ECED01F7-1EEB-D851-56EF-BBE602BE62B4}"/>
              </a:ext>
            </a:extLst>
          </p:cNvPr>
          <p:cNvSpPr>
            <a:spLocks noGrp="1"/>
          </p:cNvSpPr>
          <p:nvPr>
            <p:ph type="body" sz="quarter" idx="13"/>
          </p:nvPr>
        </p:nvSpPr>
        <p:spPr/>
        <p:txBody>
          <a:bodyPr/>
          <a:lstStyle/>
          <a:p>
            <a:r>
              <a:rPr lang="en-AU" dirty="0"/>
              <a:t>What is perception?</a:t>
            </a:r>
          </a:p>
        </p:txBody>
      </p:sp>
      <p:sp>
        <p:nvSpPr>
          <p:cNvPr id="4" name="Text Placeholder 3">
            <a:extLst>
              <a:ext uri="{FF2B5EF4-FFF2-40B4-BE49-F238E27FC236}">
                <a16:creationId xmlns:a16="http://schemas.microsoft.com/office/drawing/2014/main" id="{E2414661-DCF0-231F-77B9-027ECF4B9323}"/>
              </a:ext>
            </a:extLst>
          </p:cNvPr>
          <p:cNvSpPr>
            <a:spLocks noGrp="1"/>
          </p:cNvSpPr>
          <p:nvPr>
            <p:ph type="body" sz="quarter" idx="14"/>
          </p:nvPr>
        </p:nvSpPr>
        <p:spPr/>
        <p:txBody>
          <a:bodyPr/>
          <a:lstStyle/>
          <a:p>
            <a:r>
              <a:rPr lang="en-AU" dirty="0"/>
              <a:t>Sample script: </a:t>
            </a:r>
            <a:r>
              <a:rPr lang="en-AU" b="0" i="1" dirty="0"/>
              <a:t>“Perception is how we view things, or how we feel about things when we see them. Our perception of Blossom can change based on how we design the skin and what Blossom looks like. On the next slide we are going to see four different skins Outback Robots team dressed Blossom in.”</a:t>
            </a:r>
            <a:endParaRPr lang="en-AU" dirty="0"/>
          </a:p>
        </p:txBody>
      </p:sp>
    </p:spTree>
    <p:extLst>
      <p:ext uri="{BB962C8B-B14F-4D97-AF65-F5344CB8AC3E}">
        <p14:creationId xmlns:p14="http://schemas.microsoft.com/office/powerpoint/2010/main" val="405586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FB43DD-AC1C-B535-96FB-2F90D495E539}"/>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3" name="Text Placeholder 2">
            <a:extLst>
              <a:ext uri="{FF2B5EF4-FFF2-40B4-BE49-F238E27FC236}">
                <a16:creationId xmlns:a16="http://schemas.microsoft.com/office/drawing/2014/main" id="{0C695BC5-96E8-D665-402D-7E4C4B8A104C}"/>
              </a:ext>
            </a:extLst>
          </p:cNvPr>
          <p:cNvSpPr>
            <a:spLocks noGrp="1"/>
          </p:cNvSpPr>
          <p:nvPr>
            <p:ph type="body" sz="quarter" idx="13"/>
          </p:nvPr>
        </p:nvSpPr>
        <p:spPr/>
        <p:txBody>
          <a:bodyPr/>
          <a:lstStyle/>
          <a:p>
            <a:r>
              <a:rPr lang="en-AU" dirty="0"/>
              <a:t>What is perception?</a:t>
            </a:r>
          </a:p>
        </p:txBody>
      </p:sp>
      <p:sp>
        <p:nvSpPr>
          <p:cNvPr id="4" name="Text Placeholder 3">
            <a:extLst>
              <a:ext uri="{FF2B5EF4-FFF2-40B4-BE49-F238E27FC236}">
                <a16:creationId xmlns:a16="http://schemas.microsoft.com/office/drawing/2014/main" id="{B1DDD791-1828-44E6-8C82-A355E7968BDD}"/>
              </a:ext>
            </a:extLst>
          </p:cNvPr>
          <p:cNvSpPr>
            <a:spLocks noGrp="1"/>
          </p:cNvSpPr>
          <p:nvPr>
            <p:ph type="body" sz="quarter" idx="14"/>
          </p:nvPr>
        </p:nvSpPr>
        <p:spPr/>
        <p:txBody>
          <a:bodyPr/>
          <a:lstStyle/>
          <a:p>
            <a:r>
              <a:rPr lang="en-AU" sz="2800" b="1" dirty="0">
                <a:solidFill>
                  <a:srgbClr val="233A17"/>
                </a:solidFill>
                <a:latin typeface="Berlin Sans FB"/>
              </a:rPr>
              <a:t>Perception = how we view things</a:t>
            </a:r>
          </a:p>
          <a:p>
            <a:endParaRPr lang="en-AU" dirty="0"/>
          </a:p>
          <a:p>
            <a:r>
              <a:rPr lang="en-AU" sz="2800" b="0" dirty="0">
                <a:solidFill>
                  <a:srgbClr val="233A17"/>
                </a:solidFill>
                <a:latin typeface="Berlin Sans FB"/>
              </a:rPr>
              <a:t>👀 How something LOOKS changes how we feel about it</a:t>
            </a:r>
          </a:p>
          <a:p>
            <a:r>
              <a:rPr lang="en-AU" sz="2800" b="0" dirty="0">
                <a:solidFill>
                  <a:srgbClr val="233A17"/>
                </a:solidFill>
                <a:latin typeface="Berlin Sans FB"/>
              </a:rPr>
              <a:t>🤖 Blossom’s skin changes how we perceive it</a:t>
            </a:r>
          </a:p>
          <a:p>
            <a:endParaRPr lang="en-AU" dirty="0"/>
          </a:p>
          <a:p>
            <a:r>
              <a:rPr lang="en-AU" sz="2800" b="1" i="1" dirty="0">
                <a:solidFill>
                  <a:srgbClr val="F3A447"/>
                </a:solidFill>
                <a:latin typeface="Berlin Sans FB"/>
              </a:rPr>
              <a:t>Same robot — different skin — different reaction!</a:t>
            </a:r>
          </a:p>
        </p:txBody>
      </p:sp>
    </p:spTree>
    <p:extLst>
      <p:ext uri="{BB962C8B-B14F-4D97-AF65-F5344CB8AC3E}">
        <p14:creationId xmlns:p14="http://schemas.microsoft.com/office/powerpoint/2010/main" val="114839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D33D5-FF7B-0E80-7163-0DCDDA883A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143F64-039D-4952-84E9-963329CD677A}"/>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3" name="Text Placeholder 2">
            <a:extLst>
              <a:ext uri="{FF2B5EF4-FFF2-40B4-BE49-F238E27FC236}">
                <a16:creationId xmlns:a16="http://schemas.microsoft.com/office/drawing/2014/main" id="{800CF811-2488-7E53-937F-61791B9589FC}"/>
              </a:ext>
            </a:extLst>
          </p:cNvPr>
          <p:cNvSpPr>
            <a:spLocks noGrp="1"/>
          </p:cNvSpPr>
          <p:nvPr>
            <p:ph type="body" sz="quarter" idx="13"/>
          </p:nvPr>
        </p:nvSpPr>
        <p:spPr/>
        <p:txBody>
          <a:bodyPr/>
          <a:lstStyle/>
          <a:p>
            <a:r>
              <a:rPr lang="en-AU" dirty="0"/>
              <a:t>Skins</a:t>
            </a:r>
          </a:p>
        </p:txBody>
      </p:sp>
      <p:sp>
        <p:nvSpPr>
          <p:cNvPr id="4" name="Text Placeholder 3">
            <a:extLst>
              <a:ext uri="{FF2B5EF4-FFF2-40B4-BE49-F238E27FC236}">
                <a16:creationId xmlns:a16="http://schemas.microsoft.com/office/drawing/2014/main" id="{E5B27278-6AB5-9082-81C1-3556DD8D5020}"/>
              </a:ext>
            </a:extLst>
          </p:cNvPr>
          <p:cNvSpPr>
            <a:spLocks noGrp="1"/>
          </p:cNvSpPr>
          <p:nvPr>
            <p:ph type="body" sz="quarter" idx="14"/>
          </p:nvPr>
        </p:nvSpPr>
        <p:spPr/>
        <p:txBody>
          <a:bodyPr/>
          <a:lstStyle/>
          <a:p>
            <a:r>
              <a:rPr lang="en-AU" dirty="0"/>
              <a:t>Instruction note: Play an interactive voting game, for each question get the students to move to a corner of the room for which skin they perceive as the smartest, best and which they would treat the most carefully. Maybe get a student to discuss why each time.</a:t>
            </a:r>
          </a:p>
        </p:txBody>
      </p:sp>
    </p:spTree>
    <p:extLst>
      <p:ext uri="{BB962C8B-B14F-4D97-AF65-F5344CB8AC3E}">
        <p14:creationId xmlns:p14="http://schemas.microsoft.com/office/powerpoint/2010/main" val="3759601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224B31-754F-4DB7-DCD9-E96BBB5C3A0D}"/>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3" name="Text Placeholder 2">
            <a:extLst>
              <a:ext uri="{FF2B5EF4-FFF2-40B4-BE49-F238E27FC236}">
                <a16:creationId xmlns:a16="http://schemas.microsoft.com/office/drawing/2014/main" id="{ED823C52-A846-927B-6505-F12BB1CE5021}"/>
              </a:ext>
            </a:extLst>
          </p:cNvPr>
          <p:cNvSpPr>
            <a:spLocks noGrp="1"/>
          </p:cNvSpPr>
          <p:nvPr>
            <p:ph type="body" sz="quarter" idx="13"/>
          </p:nvPr>
        </p:nvSpPr>
        <p:spPr/>
        <p:txBody>
          <a:bodyPr/>
          <a:lstStyle/>
          <a:p>
            <a:r>
              <a:rPr lang="en-AU" dirty="0"/>
              <a:t>Skins</a:t>
            </a:r>
          </a:p>
        </p:txBody>
      </p:sp>
      <p:sp>
        <p:nvSpPr>
          <p:cNvPr id="4" name="Text Placeholder 3">
            <a:extLst>
              <a:ext uri="{FF2B5EF4-FFF2-40B4-BE49-F238E27FC236}">
                <a16:creationId xmlns:a16="http://schemas.microsoft.com/office/drawing/2014/main" id="{9B08920B-55FC-D557-D04E-F9B7486481DB}"/>
              </a:ext>
            </a:extLst>
          </p:cNvPr>
          <p:cNvSpPr>
            <a:spLocks noGrp="1"/>
          </p:cNvSpPr>
          <p:nvPr>
            <p:ph type="body" sz="quarter" idx="14"/>
          </p:nvPr>
        </p:nvSpPr>
        <p:spPr/>
        <p:txBody>
          <a:bodyPr/>
          <a:lstStyle/>
          <a:p>
            <a:endParaRPr lang="en-AU"/>
          </a:p>
        </p:txBody>
      </p:sp>
      <p:sp>
        <p:nvSpPr>
          <p:cNvPr id="70" name="SkinBox0"/>
          <p:cNvSpPr txBox="1">
            <a:spLocks/>
          </p:cNvSpPr>
          <p:nvPr/>
        </p:nvSpPr>
        <p:spPr>
          <a:xfrm>
            <a:off x="457200" y="1371600"/>
            <a:ext cx="1905000" cy="2628600"/>
          </a:xfrm>
          <a:prstGeom prst="rect">
            <a:avLst/>
          </a:prstGeom>
          <a:solidFill>
            <a:srgbClr val="F3A447"/>
          </a:solidFill>
        </p:spPr>
        <p:txBody>
          <a:bodyPr vert="horz" lIns="91440" tIns="91440" rIns="91440" bIns="91440" rtlCol="0" anchor="b"/>
          <a:lstStyle/>
          <a:p>
            <a:pPr algn="ctr"/>
            <a:r>
              <a:rPr lang="en-AU" sz="2400" b="1" dirty="0">
                <a:solidFill>
                  <a:srgbClr val="233A17"/>
                </a:solidFill>
                <a:latin typeface="Berlin Sans FB"/>
              </a:rPr>
              <a:t>Skin A</a:t>
            </a:r>
          </a:p>
          <a:p>
            <a:pPr algn="ctr"/>
            <a:r>
              <a:rPr lang="en-AU" sz="1600" dirty="0">
                <a:solidFill>
                  <a:srgbClr val="233A17"/>
                </a:solidFill>
                <a:latin typeface="Berlin Sans FB"/>
              </a:rPr>
              <a:t>[Add photo here]</a:t>
            </a:r>
          </a:p>
        </p:txBody>
      </p:sp>
      <p:sp>
        <p:nvSpPr>
          <p:cNvPr id="71" name="SkinBox1"/>
          <p:cNvSpPr txBox="1">
            <a:spLocks/>
          </p:cNvSpPr>
          <p:nvPr/>
        </p:nvSpPr>
        <p:spPr>
          <a:xfrm>
            <a:off x="2476500" y="1371600"/>
            <a:ext cx="1905000" cy="2628600"/>
          </a:xfrm>
          <a:prstGeom prst="rect">
            <a:avLst/>
          </a:prstGeom>
          <a:solidFill>
            <a:srgbClr val="E7BC29"/>
          </a:solidFill>
        </p:spPr>
        <p:txBody>
          <a:bodyPr vert="horz" lIns="91440" tIns="91440" rIns="91440" bIns="91440" rtlCol="0" anchor="b"/>
          <a:lstStyle/>
          <a:p>
            <a:pPr algn="ctr"/>
            <a:r>
              <a:rPr lang="en-AU" sz="2400" b="1" dirty="0">
                <a:solidFill>
                  <a:srgbClr val="233A17"/>
                </a:solidFill>
                <a:latin typeface="Berlin Sans FB"/>
              </a:rPr>
              <a:t>Skin B</a:t>
            </a:r>
          </a:p>
          <a:p>
            <a:pPr algn="ctr"/>
            <a:r>
              <a:rPr lang="en-AU" sz="1600" dirty="0">
                <a:solidFill>
                  <a:srgbClr val="233A17"/>
                </a:solidFill>
                <a:latin typeface="Berlin Sans FB"/>
              </a:rPr>
              <a:t>[Add photo here]</a:t>
            </a:r>
          </a:p>
        </p:txBody>
      </p:sp>
      <p:sp>
        <p:nvSpPr>
          <p:cNvPr id="72" name="SkinBox2"/>
          <p:cNvSpPr txBox="1">
            <a:spLocks/>
          </p:cNvSpPr>
          <p:nvPr/>
        </p:nvSpPr>
        <p:spPr>
          <a:xfrm>
            <a:off x="4495800" y="1371600"/>
            <a:ext cx="1905000" cy="2628600"/>
          </a:xfrm>
          <a:prstGeom prst="rect">
            <a:avLst/>
          </a:prstGeom>
          <a:solidFill>
            <a:srgbClr val="A5B592"/>
          </a:solidFill>
        </p:spPr>
        <p:txBody>
          <a:bodyPr vert="horz" lIns="91440" tIns="91440" rIns="91440" bIns="91440" rtlCol="0" anchor="b"/>
          <a:lstStyle/>
          <a:p>
            <a:pPr algn="ctr"/>
            <a:r>
              <a:rPr lang="en-AU" sz="2400" b="1" dirty="0">
                <a:solidFill>
                  <a:srgbClr val="233A17"/>
                </a:solidFill>
                <a:latin typeface="Berlin Sans FB"/>
              </a:rPr>
              <a:t>Skin C</a:t>
            </a:r>
          </a:p>
          <a:p>
            <a:pPr algn="ctr"/>
            <a:r>
              <a:rPr lang="en-AU" sz="1600" dirty="0">
                <a:solidFill>
                  <a:srgbClr val="233A17"/>
                </a:solidFill>
                <a:latin typeface="Berlin Sans FB"/>
              </a:rPr>
              <a:t>[Add photo here]</a:t>
            </a:r>
          </a:p>
        </p:txBody>
      </p:sp>
      <p:sp>
        <p:nvSpPr>
          <p:cNvPr id="73" name="SkinBox3"/>
          <p:cNvSpPr txBox="1">
            <a:spLocks/>
          </p:cNvSpPr>
          <p:nvPr/>
        </p:nvSpPr>
        <p:spPr>
          <a:xfrm>
            <a:off x="6515100" y="1371600"/>
            <a:ext cx="1905000" cy="2628600"/>
          </a:xfrm>
          <a:prstGeom prst="rect">
            <a:avLst/>
          </a:prstGeom>
          <a:solidFill>
            <a:srgbClr val="233A17"/>
          </a:solidFill>
        </p:spPr>
        <p:txBody>
          <a:bodyPr vert="horz" lIns="91440" tIns="91440" rIns="91440" bIns="91440" rtlCol="0" anchor="b"/>
          <a:lstStyle/>
          <a:p>
            <a:pPr algn="ctr"/>
            <a:r>
              <a:rPr lang="en-AU" sz="2400" b="1" dirty="0">
                <a:solidFill>
                  <a:srgbClr val="FEFAC9"/>
                </a:solidFill>
                <a:latin typeface="Berlin Sans FB"/>
              </a:rPr>
              <a:t>Skin D</a:t>
            </a:r>
          </a:p>
          <a:p>
            <a:pPr algn="ctr"/>
            <a:r>
              <a:rPr lang="en-AU" sz="1600" dirty="0">
                <a:solidFill>
                  <a:srgbClr val="FEFAC9"/>
                </a:solidFill>
                <a:latin typeface="Berlin Sans FB"/>
              </a:rPr>
              <a:t>[Add photo here]</a:t>
            </a:r>
          </a:p>
        </p:txBody>
      </p:sp>
      <p:sp>
        <p:nvSpPr>
          <p:cNvPr id="90" name="SkinQuestions"/>
          <p:cNvSpPr txBox="1">
            <a:spLocks/>
          </p:cNvSpPr>
          <p:nvPr/>
        </p:nvSpPr>
        <p:spPr>
          <a:xfrm>
            <a:off x="457200" y="4171950"/>
            <a:ext cx="8229600" cy="2286000"/>
          </a:xfrm>
          <a:prstGeom prst="rect">
            <a:avLst/>
          </a:prstGeom>
          <a:noFill/>
        </p:spPr>
        <p:txBody>
          <a:bodyPr vert="horz" lIns="91440" tIns="91440" rIns="91440" bIns="91440" rtlCol="0" anchor="t"/>
          <a:lstStyle/>
          <a:p>
            <a:r>
              <a:rPr lang="en-AU" sz="2400" b="1" dirty="0">
                <a:solidFill>
                  <a:srgbClr val="233A17"/>
                </a:solidFill>
                <a:latin typeface="Berlin Sans FB"/>
              </a:rPr>
              <a:t>🤔 Think about…</a:t>
            </a:r>
          </a:p>
          <a:p>
            <a:r>
              <a:rPr lang="en-AU" sz="2200" dirty="0">
                <a:solidFill>
                  <a:srgbClr val="233A17"/>
                </a:solidFill>
                <a:latin typeface="Berlin Sans FB"/>
              </a:rPr>
              <a:t>🧠 Which Blossom seems the smartest?   ✨ Which looks the best?   🤝 Which would you treat most carefully?</a:t>
            </a:r>
          </a:p>
        </p:txBody>
      </p:sp>
    </p:spTree>
    <p:extLst>
      <p:ext uri="{BB962C8B-B14F-4D97-AF65-F5344CB8AC3E}">
        <p14:creationId xmlns:p14="http://schemas.microsoft.com/office/powerpoint/2010/main" val="5853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BB7E6-36CD-2AB3-3404-837660AA51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6C4614-6067-2933-D248-0DE8375A3219}"/>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3" name="Text Placeholder 2">
            <a:extLst>
              <a:ext uri="{FF2B5EF4-FFF2-40B4-BE49-F238E27FC236}">
                <a16:creationId xmlns:a16="http://schemas.microsoft.com/office/drawing/2014/main" id="{563D0770-9354-CCBD-F994-F4DBB0A3DFC8}"/>
              </a:ext>
            </a:extLst>
          </p:cNvPr>
          <p:cNvSpPr>
            <a:spLocks noGrp="1"/>
          </p:cNvSpPr>
          <p:nvPr>
            <p:ph type="body" sz="quarter" idx="13"/>
          </p:nvPr>
        </p:nvSpPr>
        <p:spPr/>
        <p:txBody>
          <a:bodyPr/>
          <a:lstStyle/>
          <a:p>
            <a:r>
              <a:rPr lang="en-AU" dirty="0"/>
              <a:t>Perception changes</a:t>
            </a:r>
          </a:p>
        </p:txBody>
      </p:sp>
      <p:sp>
        <p:nvSpPr>
          <p:cNvPr id="4" name="Text Placeholder 3">
            <a:extLst>
              <a:ext uri="{FF2B5EF4-FFF2-40B4-BE49-F238E27FC236}">
                <a16:creationId xmlns:a16="http://schemas.microsoft.com/office/drawing/2014/main" id="{31F8D2E5-CF53-02C5-0152-1205E62C4E49}"/>
              </a:ext>
            </a:extLst>
          </p:cNvPr>
          <p:cNvSpPr>
            <a:spLocks noGrp="1"/>
          </p:cNvSpPr>
          <p:nvPr>
            <p:ph type="body" sz="quarter" idx="14"/>
          </p:nvPr>
        </p:nvSpPr>
        <p:spPr/>
        <p:txBody>
          <a:bodyPr/>
          <a:lstStyle/>
          <a:p>
            <a:r>
              <a:rPr lang="en-AU" dirty="0"/>
              <a:t>Instruction note: This can be more of an ‘informal chat’. Discuss with he students who changed their view and why. Was anyone’s vote influenced by peers. Notice our perception of which Blossom was ‘best’ depends on what the question is, smart, best looking or the one we’d treat most carefully.</a:t>
            </a:r>
          </a:p>
        </p:txBody>
      </p:sp>
    </p:spTree>
    <p:extLst>
      <p:ext uri="{BB962C8B-B14F-4D97-AF65-F5344CB8AC3E}">
        <p14:creationId xmlns:p14="http://schemas.microsoft.com/office/powerpoint/2010/main" val="261388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D9717-42DC-92E7-A28E-9AD8FC4CF8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922565-C2D9-5FCE-4D4C-13C45EAAD2CD}"/>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 Placeholder 2">
            <a:extLst>
              <a:ext uri="{FF2B5EF4-FFF2-40B4-BE49-F238E27FC236}">
                <a16:creationId xmlns:a16="http://schemas.microsoft.com/office/drawing/2014/main" id="{68FACAA9-BF06-00DC-3644-537F2FAAC9BC}"/>
              </a:ext>
            </a:extLst>
          </p:cNvPr>
          <p:cNvSpPr>
            <a:spLocks noGrp="1"/>
          </p:cNvSpPr>
          <p:nvPr>
            <p:ph type="body" sz="quarter" idx="13"/>
          </p:nvPr>
        </p:nvSpPr>
        <p:spPr/>
        <p:txBody>
          <a:bodyPr/>
          <a:lstStyle/>
          <a:p>
            <a:r>
              <a:rPr lang="en-AU" dirty="0"/>
              <a:t>Perception changes</a:t>
            </a:r>
          </a:p>
        </p:txBody>
      </p:sp>
      <p:sp>
        <p:nvSpPr>
          <p:cNvPr id="4" name="Text Placeholder 3">
            <a:extLst>
              <a:ext uri="{FF2B5EF4-FFF2-40B4-BE49-F238E27FC236}">
                <a16:creationId xmlns:a16="http://schemas.microsoft.com/office/drawing/2014/main" id="{03EABDE4-62DE-51C4-7194-ED6EBAECC0E7}"/>
              </a:ext>
            </a:extLst>
          </p:cNvPr>
          <p:cNvSpPr>
            <a:spLocks noGrp="1"/>
          </p:cNvSpPr>
          <p:nvPr>
            <p:ph type="body" sz="quarter" idx="14"/>
          </p:nvPr>
        </p:nvSpPr>
        <p:spPr/>
        <p:txBody>
          <a:bodyPr/>
          <a:lstStyle/>
          <a:p>
            <a:r>
              <a:rPr lang="en-AU" sz="2800" b="1" dirty="0">
                <a:solidFill>
                  <a:srgbClr val="233A17"/>
                </a:solidFill>
                <a:latin typeface="Berlin Sans FB"/>
              </a:rPr>
              <a:t>Our perceptions change!</a:t>
            </a:r>
          </a:p>
          <a:p>
            <a:endParaRPr lang="en-AU"/>
          </a:p>
          <a:p>
            <a:r>
              <a:rPr lang="en-AU" sz="2800" b="0" dirty="0">
                <a:solidFill>
                  <a:srgbClr val="233A17"/>
                </a:solidFill>
                <a:latin typeface="Berlin Sans FB"/>
              </a:rPr>
              <a:t>👥 Not everyone agrees — and that’s ok!</a:t>
            </a:r>
          </a:p>
          <a:p>
            <a:r>
              <a:rPr lang="en-AU" sz="2800" b="0" dirty="0">
                <a:solidFill>
                  <a:srgbClr val="233A17"/>
                </a:solidFill>
                <a:latin typeface="Berlin Sans FB"/>
              </a:rPr>
              <a:t>🔁 Peers can even change our minds</a:t>
            </a:r>
          </a:p>
          <a:p>
            <a:endParaRPr lang="en-AU"/>
          </a:p>
          <a:p>
            <a:r>
              <a:rPr lang="en-AU" sz="2800" b="1" i="1" dirty="0">
                <a:solidFill>
                  <a:srgbClr val="F3A447"/>
                </a:solidFill>
                <a:latin typeface="Berlin Sans FB"/>
              </a:rPr>
              <a:t>Same Blossom — same function — materials matter!</a:t>
            </a:r>
          </a:p>
        </p:txBody>
      </p:sp>
    </p:spTree>
    <p:extLst>
      <p:ext uri="{BB962C8B-B14F-4D97-AF65-F5344CB8AC3E}">
        <p14:creationId xmlns:p14="http://schemas.microsoft.com/office/powerpoint/2010/main" val="1768221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CA85-B3F6-EEF1-366A-8708ADA0CE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CCDD2B-FAC2-CB36-D232-D70BA950A72D}"/>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 Placeholder 2">
            <a:extLst>
              <a:ext uri="{FF2B5EF4-FFF2-40B4-BE49-F238E27FC236}">
                <a16:creationId xmlns:a16="http://schemas.microsoft.com/office/drawing/2014/main" id="{C389C3DB-B588-C72A-29F0-86CDD242F6B9}"/>
              </a:ext>
            </a:extLst>
          </p:cNvPr>
          <p:cNvSpPr>
            <a:spLocks noGrp="1"/>
          </p:cNvSpPr>
          <p:nvPr>
            <p:ph type="body" sz="quarter" idx="13"/>
          </p:nvPr>
        </p:nvSpPr>
        <p:spPr/>
        <p:txBody>
          <a:bodyPr/>
          <a:lstStyle/>
          <a:p>
            <a:r>
              <a:rPr lang="en-AU" dirty="0"/>
              <a:t>Sustainability</a:t>
            </a:r>
          </a:p>
        </p:txBody>
      </p:sp>
      <p:sp>
        <p:nvSpPr>
          <p:cNvPr id="4" name="Text Placeholder 3">
            <a:extLst>
              <a:ext uri="{FF2B5EF4-FFF2-40B4-BE49-F238E27FC236}">
                <a16:creationId xmlns:a16="http://schemas.microsoft.com/office/drawing/2014/main" id="{7BB0718E-16F0-F34F-E130-BDDD2879976E}"/>
              </a:ext>
            </a:extLst>
          </p:cNvPr>
          <p:cNvSpPr>
            <a:spLocks noGrp="1"/>
          </p:cNvSpPr>
          <p:nvPr>
            <p:ph type="body" sz="quarter" idx="14"/>
          </p:nvPr>
        </p:nvSpPr>
        <p:spPr/>
        <p:txBody>
          <a:bodyPr/>
          <a:lstStyle/>
          <a:p>
            <a:r>
              <a:rPr lang="en-AU" dirty="0"/>
              <a:t>Sample script: </a:t>
            </a:r>
            <a:r>
              <a:rPr lang="en-AU" b="0" i="1" dirty="0"/>
              <a:t>"Sustainability is about how we take care of our world, making sure the choices we make today don't cause problems for the future. Sustainable materials are usually  spoken about as materials we can recycle, are durable and easy to get.</a:t>
            </a:r>
          </a:p>
          <a:p>
            <a:r>
              <a:rPr lang="en-AU" b="0" i="1" dirty="0"/>
              <a:t>When we design Blossom's skin, we need to think about where the materials come from, how they're made, and what happens to them when we're done."</a:t>
            </a:r>
          </a:p>
        </p:txBody>
      </p:sp>
    </p:spTree>
    <p:extLst>
      <p:ext uri="{BB962C8B-B14F-4D97-AF65-F5344CB8AC3E}">
        <p14:creationId xmlns:p14="http://schemas.microsoft.com/office/powerpoint/2010/main" val="4120917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D2DE-4C50-EA34-44B3-584ECE7A74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9AB7E2-EB56-BCE6-860E-FBF51C5CEB4E}"/>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3" name="Text Placeholder 2">
            <a:extLst>
              <a:ext uri="{FF2B5EF4-FFF2-40B4-BE49-F238E27FC236}">
                <a16:creationId xmlns:a16="http://schemas.microsoft.com/office/drawing/2014/main" id="{61CF3E4F-0022-40B3-61D0-2EC140ED30BE}"/>
              </a:ext>
            </a:extLst>
          </p:cNvPr>
          <p:cNvSpPr>
            <a:spLocks noGrp="1"/>
          </p:cNvSpPr>
          <p:nvPr>
            <p:ph type="body" sz="quarter" idx="13"/>
          </p:nvPr>
        </p:nvSpPr>
        <p:spPr/>
        <p:txBody>
          <a:bodyPr/>
          <a:lstStyle/>
          <a:p>
            <a:r>
              <a:rPr lang="en-AU" dirty="0"/>
              <a:t>Sustainability</a:t>
            </a:r>
          </a:p>
        </p:txBody>
      </p:sp>
      <p:sp>
        <p:nvSpPr>
          <p:cNvPr id="4" name="Text Placeholder 3">
            <a:extLst>
              <a:ext uri="{FF2B5EF4-FFF2-40B4-BE49-F238E27FC236}">
                <a16:creationId xmlns:a16="http://schemas.microsoft.com/office/drawing/2014/main" id="{925E66AF-6105-5488-82C0-3D3CBDF81D19}"/>
              </a:ext>
            </a:extLst>
          </p:cNvPr>
          <p:cNvSpPr>
            <a:spLocks noGrp="1"/>
          </p:cNvSpPr>
          <p:nvPr>
            <p:ph type="body" sz="quarter" idx="14"/>
          </p:nvPr>
        </p:nvSpPr>
        <p:spPr/>
        <p:txBody>
          <a:bodyPr/>
          <a:lstStyle/>
          <a:p>
            <a:r>
              <a:rPr lang="en-AU" sz="2800" b="1" dirty="0">
                <a:solidFill>
                  <a:srgbClr val="233A17"/>
                </a:solidFill>
                <a:latin typeface="Berlin Sans FB"/>
              </a:rPr>
              <a:t>Sustainability = caring for the world’s future</a:t>
            </a:r>
          </a:p>
          <a:p>
            <a:pPr marL="0" indent="0">
              <a:buNone/>
            </a:pPr>
            <a:endParaRPr lang="en-AU" dirty="0"/>
          </a:p>
        </p:txBody>
      </p:sp>
      <p:sp>
        <p:nvSpPr>
          <p:cNvPr id="40" name="Card40"/>
          <p:cNvSpPr txBox="1">
            <a:spLocks/>
          </p:cNvSpPr>
          <p:nvPr/>
        </p:nvSpPr>
        <p:spPr>
          <a:xfrm>
            <a:off x="388828" y="2990473"/>
            <a:ext cx="2590800" cy="2057400"/>
          </a:xfrm>
          <a:prstGeom prst="roundRect">
            <a:avLst>
              <a:gd name="adj" fmla="val 16667"/>
            </a:avLst>
          </a:prstGeom>
          <a:solidFill>
            <a:srgbClr val="A5B592"/>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200" b="1" dirty="0">
                <a:solidFill>
                  <a:srgbClr val="233A17"/>
                </a:solidFill>
                <a:latin typeface="Berlin Sans FB"/>
              </a:rPr>
              <a:t>Recyclable</a:t>
            </a:r>
          </a:p>
          <a:p>
            <a:pPr algn="ctr"/>
            <a:r>
              <a:rPr lang="en-AU" sz="1800" dirty="0">
                <a:solidFill>
                  <a:srgbClr val="233A17"/>
                </a:solidFill>
                <a:latin typeface="Berlin Sans FB"/>
              </a:rPr>
              <a:t>can it be used again?</a:t>
            </a:r>
          </a:p>
        </p:txBody>
      </p:sp>
      <p:sp>
        <p:nvSpPr>
          <p:cNvPr id="41" name="Card41"/>
          <p:cNvSpPr txBox="1">
            <a:spLocks/>
          </p:cNvSpPr>
          <p:nvPr/>
        </p:nvSpPr>
        <p:spPr>
          <a:xfrm>
            <a:off x="3225061" y="2990473"/>
            <a:ext cx="2590800" cy="2057400"/>
          </a:xfrm>
          <a:prstGeom prst="roundRect">
            <a:avLst>
              <a:gd name="adj" fmla="val 16667"/>
            </a:avLst>
          </a:prstGeom>
          <a:solidFill>
            <a:srgbClr val="E7BC29"/>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200" b="1" dirty="0">
                <a:solidFill>
                  <a:srgbClr val="233A17"/>
                </a:solidFill>
                <a:latin typeface="Berlin Sans FB"/>
              </a:rPr>
              <a:t>Durable</a:t>
            </a:r>
          </a:p>
          <a:p>
            <a:pPr algn="ctr"/>
            <a:r>
              <a:rPr lang="en-AU" sz="1800" dirty="0">
                <a:solidFill>
                  <a:srgbClr val="233A17"/>
                </a:solidFill>
                <a:latin typeface="Berlin Sans FB"/>
              </a:rPr>
              <a:t>will it last?</a:t>
            </a:r>
          </a:p>
        </p:txBody>
      </p:sp>
      <p:sp>
        <p:nvSpPr>
          <p:cNvPr id="42" name="Card42"/>
          <p:cNvSpPr txBox="1">
            <a:spLocks/>
          </p:cNvSpPr>
          <p:nvPr/>
        </p:nvSpPr>
        <p:spPr>
          <a:xfrm>
            <a:off x="6061294" y="2990473"/>
            <a:ext cx="2590800" cy="2057400"/>
          </a:xfrm>
          <a:prstGeom prst="roundRect">
            <a:avLst>
              <a:gd name="adj" fmla="val 16667"/>
            </a:avLst>
          </a:prstGeom>
          <a:solidFill>
            <a:srgbClr val="F3A447"/>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200" b="1" dirty="0">
                <a:solidFill>
                  <a:srgbClr val="233A17"/>
                </a:solidFill>
                <a:latin typeface="Berlin Sans FB"/>
              </a:rPr>
              <a:t>Easy to get</a:t>
            </a:r>
          </a:p>
          <a:p>
            <a:pPr algn="ctr"/>
            <a:r>
              <a:rPr lang="en-AU" sz="1800" dirty="0">
                <a:solidFill>
                  <a:srgbClr val="233A17"/>
                </a:solidFill>
                <a:latin typeface="Berlin Sans FB"/>
              </a:rPr>
              <a:t>available everywhere?</a:t>
            </a:r>
          </a:p>
        </p:txBody>
      </p:sp>
    </p:spTree>
    <p:extLst>
      <p:ext uri="{BB962C8B-B14F-4D97-AF65-F5344CB8AC3E}">
        <p14:creationId xmlns:p14="http://schemas.microsoft.com/office/powerpoint/2010/main" val="1330676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28DB47-082F-95AA-F91B-CA3266EC9E3E}"/>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Text Placeholder 2">
            <a:extLst>
              <a:ext uri="{FF2B5EF4-FFF2-40B4-BE49-F238E27FC236}">
                <a16:creationId xmlns:a16="http://schemas.microsoft.com/office/drawing/2014/main" id="{4664F832-208B-439D-9CE2-CD348F69A4E9}"/>
              </a:ext>
            </a:extLst>
          </p:cNvPr>
          <p:cNvSpPr>
            <a:spLocks noGrp="1"/>
          </p:cNvSpPr>
          <p:nvPr>
            <p:ph type="body" sz="quarter" idx="13"/>
          </p:nvPr>
        </p:nvSpPr>
        <p:spPr/>
        <p:txBody>
          <a:bodyPr/>
          <a:lstStyle/>
          <a:p>
            <a:r>
              <a:rPr lang="en-AU" dirty="0"/>
              <a:t>Sustainability</a:t>
            </a:r>
          </a:p>
        </p:txBody>
      </p:sp>
      <p:sp>
        <p:nvSpPr>
          <p:cNvPr id="4" name="Text Placeholder 3">
            <a:extLst>
              <a:ext uri="{FF2B5EF4-FFF2-40B4-BE49-F238E27FC236}">
                <a16:creationId xmlns:a16="http://schemas.microsoft.com/office/drawing/2014/main" id="{698C4DE9-261E-6D0D-46AB-929B44C1CE70}"/>
              </a:ext>
            </a:extLst>
          </p:cNvPr>
          <p:cNvSpPr>
            <a:spLocks noGrp="1"/>
          </p:cNvSpPr>
          <p:nvPr>
            <p:ph type="body" sz="quarter" idx="14"/>
          </p:nvPr>
        </p:nvSpPr>
        <p:spPr/>
        <p:txBody>
          <a:bodyPr/>
          <a:lstStyle/>
          <a:p>
            <a:r>
              <a:rPr lang="en-AU" dirty="0"/>
              <a:t>Consider the </a:t>
            </a:r>
            <a:r>
              <a:rPr lang="en-AU" dirty="0">
                <a:highlight>
                  <a:srgbClr val="FFFF00"/>
                </a:highlight>
              </a:rPr>
              <a:t>4???</a:t>
            </a:r>
            <a:r>
              <a:rPr lang="en-AU" dirty="0"/>
              <a:t> Blossom skins</a:t>
            </a:r>
          </a:p>
          <a:p>
            <a:pPr lvl="2"/>
            <a:r>
              <a:rPr lang="en-AU" dirty="0"/>
              <a:t>What is each made out of?</a:t>
            </a:r>
          </a:p>
          <a:p>
            <a:pPr lvl="2"/>
            <a:r>
              <a:rPr lang="en-AU" dirty="0"/>
              <a:t>Is this new or reused material?</a:t>
            </a:r>
          </a:p>
          <a:p>
            <a:pPr lvl="2"/>
            <a:r>
              <a:rPr lang="en-AU" dirty="0"/>
              <a:t>Are the materials recyclable?</a:t>
            </a:r>
          </a:p>
          <a:p>
            <a:pPr lvl="2"/>
            <a:r>
              <a:rPr lang="en-AU" dirty="0"/>
              <a:t>How durable are they?</a:t>
            </a:r>
          </a:p>
          <a:p>
            <a:pPr lvl="2"/>
            <a:r>
              <a:rPr lang="en-AU" dirty="0"/>
              <a:t>Could the material be used again?</a:t>
            </a:r>
          </a:p>
        </p:txBody>
      </p:sp>
    </p:spTree>
    <p:extLst>
      <p:ext uri="{BB962C8B-B14F-4D97-AF65-F5344CB8AC3E}">
        <p14:creationId xmlns:p14="http://schemas.microsoft.com/office/powerpoint/2010/main" val="1377968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D90A-CD88-11CA-E198-2AA3FCD22B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423DB-62D3-D7A2-DDAF-4E1C00D9546C}"/>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3" name="Text Placeholder 2">
            <a:extLst>
              <a:ext uri="{FF2B5EF4-FFF2-40B4-BE49-F238E27FC236}">
                <a16:creationId xmlns:a16="http://schemas.microsoft.com/office/drawing/2014/main" id="{BE2ED6ED-0E16-BFDA-B508-0FA5EDC9C353}"/>
              </a:ext>
            </a:extLst>
          </p:cNvPr>
          <p:cNvSpPr>
            <a:spLocks noGrp="1"/>
          </p:cNvSpPr>
          <p:nvPr>
            <p:ph type="body" sz="quarter" idx="13"/>
          </p:nvPr>
        </p:nvSpPr>
        <p:spPr/>
        <p:txBody>
          <a:bodyPr/>
          <a:lstStyle/>
          <a:p>
            <a:r>
              <a:rPr lang="en-AU" dirty="0"/>
              <a:t>Equity</a:t>
            </a:r>
          </a:p>
        </p:txBody>
      </p:sp>
      <p:sp>
        <p:nvSpPr>
          <p:cNvPr id="4" name="Text Placeholder 3">
            <a:extLst>
              <a:ext uri="{FF2B5EF4-FFF2-40B4-BE49-F238E27FC236}">
                <a16:creationId xmlns:a16="http://schemas.microsoft.com/office/drawing/2014/main" id="{BC512A48-018C-48CD-F0A6-2668CD38EEF1}"/>
              </a:ext>
            </a:extLst>
          </p:cNvPr>
          <p:cNvSpPr>
            <a:spLocks noGrp="1"/>
          </p:cNvSpPr>
          <p:nvPr>
            <p:ph type="body" sz="quarter" idx="14"/>
          </p:nvPr>
        </p:nvSpPr>
        <p:spPr/>
        <p:txBody>
          <a:bodyPr/>
          <a:lstStyle/>
          <a:p>
            <a:r>
              <a:rPr lang="en-AU" dirty="0"/>
              <a:t>Sample script: </a:t>
            </a:r>
            <a:r>
              <a:rPr lang="en-AU" b="0" i="1" dirty="0"/>
              <a:t>“Equity is providing everyone with equal opportunities to access something. Think about things that are low cost, available in all locations (abundant) and easy to work with. </a:t>
            </a:r>
          </a:p>
          <a:p>
            <a:r>
              <a:rPr lang="en-AU" b="0" i="1" dirty="0"/>
              <a:t>If we asked every student in this class to bring in their own material from home, would that be fair? Would everyone be able to? Remember to be equitable it has to cover all of the points, cost, availability and easy to use"</a:t>
            </a:r>
          </a:p>
        </p:txBody>
      </p:sp>
    </p:spTree>
    <p:extLst>
      <p:ext uri="{BB962C8B-B14F-4D97-AF65-F5344CB8AC3E}">
        <p14:creationId xmlns:p14="http://schemas.microsoft.com/office/powerpoint/2010/main" val="864852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E3F395-B97C-03D6-C65D-3D490AE09BE2}"/>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3" name="Text Placeholder 2">
            <a:extLst>
              <a:ext uri="{FF2B5EF4-FFF2-40B4-BE49-F238E27FC236}">
                <a16:creationId xmlns:a16="http://schemas.microsoft.com/office/drawing/2014/main" id="{8F450147-EE58-5EC7-A534-63B230DE6315}"/>
              </a:ext>
            </a:extLst>
          </p:cNvPr>
          <p:cNvSpPr>
            <a:spLocks noGrp="1"/>
          </p:cNvSpPr>
          <p:nvPr>
            <p:ph type="body" sz="quarter" idx="13"/>
          </p:nvPr>
        </p:nvSpPr>
        <p:spPr/>
        <p:txBody>
          <a:bodyPr/>
          <a:lstStyle/>
          <a:p>
            <a:r>
              <a:rPr lang="en-AU" dirty="0"/>
              <a:t>Equity</a:t>
            </a:r>
          </a:p>
        </p:txBody>
      </p:sp>
      <p:sp>
        <p:nvSpPr>
          <p:cNvPr id="4" name="Text Placeholder 3">
            <a:extLst>
              <a:ext uri="{FF2B5EF4-FFF2-40B4-BE49-F238E27FC236}">
                <a16:creationId xmlns:a16="http://schemas.microsoft.com/office/drawing/2014/main" id="{AF15175A-9D14-1B0E-3105-17DB3B37758D}"/>
              </a:ext>
            </a:extLst>
          </p:cNvPr>
          <p:cNvSpPr>
            <a:spLocks noGrp="1"/>
          </p:cNvSpPr>
          <p:nvPr>
            <p:ph type="body" sz="quarter" idx="14"/>
          </p:nvPr>
        </p:nvSpPr>
        <p:spPr>
          <a:xfrm>
            <a:off x="517811" y="1369526"/>
            <a:ext cx="8254554" cy="3562350"/>
          </a:xfrm>
        </p:spPr>
        <p:txBody>
          <a:bodyPr/>
          <a:lstStyle/>
          <a:p>
            <a:r>
              <a:rPr lang="en-AU" sz="2800" b="1" dirty="0">
                <a:solidFill>
                  <a:srgbClr val="233A17"/>
                </a:solidFill>
                <a:latin typeface="Berlin Sans FB"/>
              </a:rPr>
              <a:t>Equity = equal access for everyone</a:t>
            </a:r>
          </a:p>
          <a:p>
            <a:endParaRPr lang="en-AU" dirty="0"/>
          </a:p>
          <a:p>
            <a:r>
              <a:rPr lang="en-AU" sz="2800" b="0" dirty="0">
                <a:solidFill>
                  <a:srgbClr val="233A17"/>
                </a:solidFill>
                <a:latin typeface="Berlin Sans FB"/>
              </a:rPr>
              <a:t>Every Australian school must be able to use the material!</a:t>
            </a:r>
          </a:p>
        </p:txBody>
      </p:sp>
      <p:sp>
        <p:nvSpPr>
          <p:cNvPr id="43" name="Card43"/>
          <p:cNvSpPr txBox="1">
            <a:spLocks/>
          </p:cNvSpPr>
          <p:nvPr/>
        </p:nvSpPr>
        <p:spPr>
          <a:xfrm>
            <a:off x="517811" y="3903176"/>
            <a:ext cx="2590800" cy="2057400"/>
          </a:xfrm>
          <a:prstGeom prst="roundRect">
            <a:avLst>
              <a:gd name="adj" fmla="val 16667"/>
            </a:avLst>
          </a:prstGeom>
          <a:solidFill>
            <a:srgbClr val="F3A447"/>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200" b="1" dirty="0">
                <a:solidFill>
                  <a:srgbClr val="233A17"/>
                </a:solidFill>
                <a:latin typeface="Berlin Sans FB"/>
              </a:rPr>
              <a:t>Cost</a:t>
            </a:r>
          </a:p>
          <a:p>
            <a:pPr algn="ctr"/>
            <a:r>
              <a:rPr lang="en-AU" sz="1800" dirty="0">
                <a:solidFill>
                  <a:srgbClr val="233A17"/>
                </a:solidFill>
                <a:latin typeface="Berlin Sans FB"/>
              </a:rPr>
              <a:t>gold sheets vs plastic bags</a:t>
            </a:r>
          </a:p>
        </p:txBody>
      </p:sp>
      <p:sp>
        <p:nvSpPr>
          <p:cNvPr id="44" name="Card44"/>
          <p:cNvSpPr txBox="1">
            <a:spLocks/>
          </p:cNvSpPr>
          <p:nvPr/>
        </p:nvSpPr>
        <p:spPr>
          <a:xfrm>
            <a:off x="3242121" y="3903176"/>
            <a:ext cx="2590800" cy="2057400"/>
          </a:xfrm>
          <a:prstGeom prst="roundRect">
            <a:avLst>
              <a:gd name="adj" fmla="val 16667"/>
            </a:avLst>
          </a:prstGeom>
          <a:solidFill>
            <a:srgbClr val="E7BC29"/>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200" b="1" dirty="0">
                <a:solidFill>
                  <a:srgbClr val="233A17"/>
                </a:solidFill>
                <a:latin typeface="Berlin Sans FB"/>
              </a:rPr>
              <a:t>Availability</a:t>
            </a:r>
          </a:p>
          <a:p>
            <a:pPr algn="ctr"/>
            <a:r>
              <a:rPr lang="en-AU" sz="1800" dirty="0">
                <a:solidFill>
                  <a:srgbClr val="233A17"/>
                </a:solidFill>
                <a:latin typeface="Berlin Sans FB"/>
              </a:rPr>
              <a:t>old t-shirts vs specialty fabric</a:t>
            </a:r>
          </a:p>
        </p:txBody>
      </p:sp>
      <p:sp>
        <p:nvSpPr>
          <p:cNvPr id="45" name="Card45"/>
          <p:cNvSpPr txBox="1">
            <a:spLocks/>
          </p:cNvSpPr>
          <p:nvPr/>
        </p:nvSpPr>
        <p:spPr>
          <a:xfrm>
            <a:off x="5969138" y="3903176"/>
            <a:ext cx="2590800" cy="2057400"/>
          </a:xfrm>
          <a:prstGeom prst="roundRect">
            <a:avLst>
              <a:gd name="adj" fmla="val 16667"/>
            </a:avLst>
          </a:prstGeom>
          <a:solidFill>
            <a:srgbClr val="A5B592"/>
          </a:solidFill>
        </p:spPr>
        <p:txBody>
          <a:bodyPr vert="horz" lIns="91440" tIns="182880" rIns="91440" bIns="91440" rtlCol="0" anchor="t"/>
          <a:lstStyle/>
          <a:p>
            <a:pPr algn="ctr"/>
            <a:r>
              <a:rPr lang="en-AU" sz="3200" b="1" dirty="0">
                <a:solidFill>
                  <a:srgbClr val="233A17"/>
                </a:solidFill>
                <a:latin typeface="Berlin Sans FB"/>
              </a:rPr>
              <a:t>✂</a:t>
            </a:r>
          </a:p>
          <a:p>
            <a:pPr algn="ctr"/>
            <a:r>
              <a:rPr lang="en-AU" sz="2200" b="1" dirty="0">
                <a:solidFill>
                  <a:srgbClr val="233A17"/>
                </a:solidFill>
                <a:latin typeface="Berlin Sans FB"/>
              </a:rPr>
              <a:t>Ease of use</a:t>
            </a:r>
          </a:p>
          <a:p>
            <a:pPr algn="ctr"/>
            <a:r>
              <a:rPr lang="en-AU" sz="1800" dirty="0">
                <a:solidFill>
                  <a:srgbClr val="233A17"/>
                </a:solidFill>
                <a:latin typeface="Berlin Sans FB"/>
              </a:rPr>
              <a:t>cut &amp; staple vs knitting</a:t>
            </a:r>
          </a:p>
        </p:txBody>
      </p:sp>
    </p:spTree>
    <p:extLst>
      <p:ext uri="{BB962C8B-B14F-4D97-AF65-F5344CB8AC3E}">
        <p14:creationId xmlns:p14="http://schemas.microsoft.com/office/powerpoint/2010/main" val="4131125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4E4881-474B-0B76-B9D9-9893960EFE67}"/>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3" name="Text Placeholder 2">
            <a:extLst>
              <a:ext uri="{FF2B5EF4-FFF2-40B4-BE49-F238E27FC236}">
                <a16:creationId xmlns:a16="http://schemas.microsoft.com/office/drawing/2014/main" id="{AAE32314-8D41-31A2-7B6B-C43DB0A36ED2}"/>
              </a:ext>
            </a:extLst>
          </p:cNvPr>
          <p:cNvSpPr>
            <a:spLocks noGrp="1"/>
          </p:cNvSpPr>
          <p:nvPr>
            <p:ph type="body" sz="quarter" idx="13"/>
          </p:nvPr>
        </p:nvSpPr>
        <p:spPr/>
        <p:txBody>
          <a:bodyPr/>
          <a:lstStyle/>
          <a:p>
            <a:r>
              <a:rPr lang="en-AU" dirty="0"/>
              <a:t>Why materials matter</a:t>
            </a:r>
          </a:p>
        </p:txBody>
      </p:sp>
      <p:sp>
        <p:nvSpPr>
          <p:cNvPr id="4" name="Text Placeholder 3">
            <a:extLst>
              <a:ext uri="{FF2B5EF4-FFF2-40B4-BE49-F238E27FC236}">
                <a16:creationId xmlns:a16="http://schemas.microsoft.com/office/drawing/2014/main" id="{69C51AD7-1FB9-7B49-FB0F-7101813F08D1}"/>
              </a:ext>
            </a:extLst>
          </p:cNvPr>
          <p:cNvSpPr>
            <a:spLocks noGrp="1"/>
          </p:cNvSpPr>
          <p:nvPr>
            <p:ph type="body" sz="quarter" idx="14"/>
          </p:nvPr>
        </p:nvSpPr>
        <p:spPr/>
        <p:txBody>
          <a:bodyPr/>
          <a:lstStyle/>
          <a:p>
            <a:r>
              <a:rPr lang="en-AU" dirty="0"/>
              <a:t>Sample script: </a:t>
            </a:r>
            <a:r>
              <a:rPr lang="en-AU" b="0" i="1" dirty="0"/>
              <a:t>“For this activity we are going to pretend we are engineers for Outback Robots. We are going to design a skin for Blossom that can be used by every school in Australia. We need to think about the three big questions on the slide.”</a:t>
            </a:r>
          </a:p>
          <a:p>
            <a:r>
              <a:rPr lang="en-AU" b="0" i="1" dirty="0"/>
              <a:t>First , perception. How will people feel when they see Blossom for the first time? Will it look friendly? Smart? Professional? The way something looks affects how people react to it.</a:t>
            </a:r>
          </a:p>
          <a:p>
            <a:r>
              <a:rPr lang="en-AU" b="0" i="1" dirty="0"/>
              <a:t>Second, sustainability. If every school in Australia builds this skin, that's a LOT of material. We need to ask: is it kind to the environment? Can it be recycled or reused?</a:t>
            </a:r>
          </a:p>
          <a:p>
            <a:r>
              <a:rPr lang="en-AU" b="0" i="1" dirty="0"/>
              <a:t>Equity. Can a school in remote areas get the same materials as a school in Adelaide? Our design has to work for everyone, not just schools with big budgets and fancy equipment."</a:t>
            </a:r>
          </a:p>
          <a:p>
            <a:endParaRPr lang="en-AU" dirty="0"/>
          </a:p>
        </p:txBody>
      </p:sp>
    </p:spTree>
    <p:extLst>
      <p:ext uri="{BB962C8B-B14F-4D97-AF65-F5344CB8AC3E}">
        <p14:creationId xmlns:p14="http://schemas.microsoft.com/office/powerpoint/2010/main" val="128451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FA377A-B1BA-5FE7-4F22-8D0DA9706169}"/>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3" name="Text Placeholder 2">
            <a:extLst>
              <a:ext uri="{FF2B5EF4-FFF2-40B4-BE49-F238E27FC236}">
                <a16:creationId xmlns:a16="http://schemas.microsoft.com/office/drawing/2014/main" id="{C074F00B-9DA1-F313-7CB5-BFF27F5ED7BD}"/>
              </a:ext>
            </a:extLst>
          </p:cNvPr>
          <p:cNvSpPr>
            <a:spLocks noGrp="1"/>
          </p:cNvSpPr>
          <p:nvPr>
            <p:ph type="body" sz="quarter" idx="13"/>
          </p:nvPr>
        </p:nvSpPr>
        <p:spPr/>
        <p:txBody>
          <a:bodyPr/>
          <a:lstStyle/>
          <a:p>
            <a:r>
              <a:rPr lang="en-AU" dirty="0"/>
              <a:t>Your turn</a:t>
            </a:r>
          </a:p>
        </p:txBody>
      </p:sp>
      <p:sp>
        <p:nvSpPr>
          <p:cNvPr id="4" name="Text Placeholder 3">
            <a:extLst>
              <a:ext uri="{FF2B5EF4-FFF2-40B4-BE49-F238E27FC236}">
                <a16:creationId xmlns:a16="http://schemas.microsoft.com/office/drawing/2014/main" id="{7B87BDFA-08B1-FD17-841C-F11C0668D448}"/>
              </a:ext>
            </a:extLst>
          </p:cNvPr>
          <p:cNvSpPr>
            <a:spLocks noGrp="1"/>
          </p:cNvSpPr>
          <p:nvPr>
            <p:ph type="body" sz="quarter" idx="14"/>
          </p:nvPr>
        </p:nvSpPr>
        <p:spPr>
          <a:xfrm>
            <a:off x="489396" y="1788719"/>
            <a:ext cx="8254554" cy="3562350"/>
          </a:xfrm>
        </p:spPr>
        <p:txBody>
          <a:bodyPr/>
          <a:lstStyle/>
          <a:p>
            <a:r>
              <a:rPr lang="en-AU" sz="2800" b="1" dirty="0">
                <a:solidFill>
                  <a:srgbClr val="233A17"/>
                </a:solidFill>
                <a:latin typeface="Berlin Sans FB"/>
              </a:rPr>
              <a:t>You are the head engineer for Outback Robots!</a:t>
            </a:r>
          </a:p>
          <a:p>
            <a:endParaRPr lang="en-AU" dirty="0"/>
          </a:p>
          <a:p>
            <a:r>
              <a:rPr lang="en-AU" sz="2800" b="0" dirty="0">
                <a:solidFill>
                  <a:srgbClr val="233A17"/>
                </a:solidFill>
                <a:latin typeface="Berlin Sans FB"/>
              </a:rPr>
              <a:t>Design a skin for every school in Australia</a:t>
            </a:r>
            <a:endParaRPr lang="en-AU" dirty="0">
              <a:latin typeface="Berlin Sans FB"/>
            </a:endParaRPr>
          </a:p>
          <a:p>
            <a:r>
              <a:rPr lang="en-AU" sz="2800" b="0" dirty="0">
                <a:solidFill>
                  <a:srgbClr val="233A17"/>
                </a:solidFill>
                <a:latin typeface="Berlin Sans FB"/>
              </a:rPr>
              <a:t>Consider:</a:t>
            </a:r>
          </a:p>
          <a:p>
            <a:pPr marL="0" indent="0">
              <a:buNone/>
            </a:pPr>
            <a:r>
              <a:rPr lang="en-AU" sz="2800" b="0" dirty="0">
                <a:solidFill>
                  <a:srgbClr val="233A17"/>
                </a:solidFill>
                <a:latin typeface="Berlin Sans FB"/>
              </a:rPr>
              <a:t>👀 	Perception   </a:t>
            </a:r>
          </a:p>
          <a:p>
            <a:pPr marL="0" indent="0">
              <a:buNone/>
            </a:pPr>
            <a:r>
              <a:rPr lang="en-AU" sz="2800" b="0" dirty="0">
                <a:solidFill>
                  <a:srgbClr val="233A17"/>
                </a:solidFill>
                <a:latin typeface="Berlin Sans FB"/>
              </a:rPr>
              <a:t>♻ 		Sustainability   </a:t>
            </a:r>
          </a:p>
          <a:p>
            <a:pPr marL="0" indent="0">
              <a:buNone/>
            </a:pPr>
            <a:r>
              <a:rPr lang="en-AU" sz="2800" b="0" dirty="0">
                <a:solidFill>
                  <a:srgbClr val="233A17"/>
                </a:solidFill>
                <a:latin typeface="Berlin Sans FB"/>
              </a:rPr>
              <a:t>🤝 	Equity</a:t>
            </a:r>
          </a:p>
        </p:txBody>
      </p:sp>
    </p:spTree>
    <p:extLst>
      <p:ext uri="{BB962C8B-B14F-4D97-AF65-F5344CB8AC3E}">
        <p14:creationId xmlns:p14="http://schemas.microsoft.com/office/powerpoint/2010/main" val="1764170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62261-F519-C18B-11D1-CB6F804761F3}"/>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3" name="Text Placeholder 2">
            <a:extLst>
              <a:ext uri="{FF2B5EF4-FFF2-40B4-BE49-F238E27FC236}">
                <a16:creationId xmlns:a16="http://schemas.microsoft.com/office/drawing/2014/main" id="{EE8A4898-1919-DA60-282D-D79123FFE40B}"/>
              </a:ext>
            </a:extLst>
          </p:cNvPr>
          <p:cNvSpPr>
            <a:spLocks noGrp="1"/>
          </p:cNvSpPr>
          <p:nvPr>
            <p:ph type="body" sz="quarter" idx="13"/>
          </p:nvPr>
        </p:nvSpPr>
        <p:spPr/>
        <p:txBody>
          <a:bodyPr/>
          <a:lstStyle/>
          <a:p>
            <a:r>
              <a:rPr lang="en-AU" dirty="0"/>
              <a:t>Design for Good Worksheet</a:t>
            </a:r>
          </a:p>
        </p:txBody>
      </p:sp>
      <p:sp>
        <p:nvSpPr>
          <p:cNvPr id="4" name="Text Placeholder 3">
            <a:extLst>
              <a:ext uri="{FF2B5EF4-FFF2-40B4-BE49-F238E27FC236}">
                <a16:creationId xmlns:a16="http://schemas.microsoft.com/office/drawing/2014/main" id="{8DE1DE34-E60B-13FF-7523-C5F75C7206F0}"/>
              </a:ext>
            </a:extLst>
          </p:cNvPr>
          <p:cNvSpPr>
            <a:spLocks noGrp="1"/>
          </p:cNvSpPr>
          <p:nvPr>
            <p:ph type="body" sz="quarter" idx="14"/>
          </p:nvPr>
        </p:nvSpPr>
        <p:spPr/>
        <p:txBody>
          <a:bodyPr/>
          <a:lstStyle/>
          <a:p>
            <a:r>
              <a:rPr lang="en-AU" dirty="0"/>
              <a:t>Instruction note: Get students to work in small groups choosing a material for Blossom’s skin. Encourage them to do their own research on three different materials they might see as appropriate to design a skin for Blossom. There are no right or wrong answers.</a:t>
            </a:r>
          </a:p>
          <a:p>
            <a:r>
              <a:rPr lang="en-AU" dirty="0"/>
              <a:t>Get each group to do a brief presentation/discuss their findings and suggest which material they would use to design Blossom’s skin, remembering it’s thinking about the use being every Australian school!</a:t>
            </a:r>
          </a:p>
        </p:txBody>
      </p:sp>
    </p:spTree>
    <p:extLst>
      <p:ext uri="{BB962C8B-B14F-4D97-AF65-F5344CB8AC3E}">
        <p14:creationId xmlns:p14="http://schemas.microsoft.com/office/powerpoint/2010/main" val="2398586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D8E7D9-6C25-6C06-6A41-89892B2B2D7C}"/>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3" name="Text Placeholder 2">
            <a:extLst>
              <a:ext uri="{FF2B5EF4-FFF2-40B4-BE49-F238E27FC236}">
                <a16:creationId xmlns:a16="http://schemas.microsoft.com/office/drawing/2014/main" id="{26FBF710-CF7F-7F50-8D0A-4854AADBCDF6}"/>
              </a:ext>
            </a:extLst>
          </p:cNvPr>
          <p:cNvSpPr>
            <a:spLocks noGrp="1"/>
          </p:cNvSpPr>
          <p:nvPr>
            <p:ph type="body" sz="quarter" idx="13"/>
          </p:nvPr>
        </p:nvSpPr>
        <p:spPr/>
        <p:txBody>
          <a:bodyPr/>
          <a:lstStyle/>
          <a:p>
            <a:r>
              <a:rPr lang="en-AU" dirty="0"/>
              <a:t>Your turn</a:t>
            </a:r>
          </a:p>
        </p:txBody>
      </p:sp>
      <p:sp>
        <p:nvSpPr>
          <p:cNvPr id="4" name="Text Placeholder 3">
            <a:extLst>
              <a:ext uri="{FF2B5EF4-FFF2-40B4-BE49-F238E27FC236}">
                <a16:creationId xmlns:a16="http://schemas.microsoft.com/office/drawing/2014/main" id="{62ABC290-95D3-3450-B7D9-FE60FF4BF806}"/>
              </a:ext>
            </a:extLst>
          </p:cNvPr>
          <p:cNvSpPr>
            <a:spLocks noGrp="1"/>
          </p:cNvSpPr>
          <p:nvPr>
            <p:ph type="body" sz="quarter" idx="14"/>
          </p:nvPr>
        </p:nvSpPr>
        <p:spPr/>
        <p:txBody>
          <a:bodyPr/>
          <a:lstStyle/>
          <a:p>
            <a:r>
              <a:rPr lang="en-AU" dirty="0"/>
              <a:t>Split into groups and design a solution</a:t>
            </a:r>
          </a:p>
          <a:p>
            <a:r>
              <a:rPr lang="en-AU" dirty="0"/>
              <a:t>Remember your solution needs to be</a:t>
            </a:r>
          </a:p>
          <a:p>
            <a:pPr lvl="2"/>
            <a:r>
              <a:rPr lang="en-AU" dirty="0"/>
              <a:t>Well perceived (for your intended use)</a:t>
            </a:r>
          </a:p>
          <a:p>
            <a:pPr lvl="2"/>
            <a:r>
              <a:rPr lang="en-AU" dirty="0"/>
              <a:t>Sustainable</a:t>
            </a:r>
          </a:p>
          <a:p>
            <a:pPr lvl="2"/>
            <a:r>
              <a:rPr lang="en-AU" dirty="0"/>
              <a:t>Equitable</a:t>
            </a:r>
          </a:p>
          <a:p>
            <a:r>
              <a:rPr lang="en-AU" dirty="0"/>
              <a:t>Let’s use the Design for Good worksheets to help us plan</a:t>
            </a:r>
          </a:p>
          <a:p>
            <a:endParaRPr lang="en-AU" dirty="0"/>
          </a:p>
        </p:txBody>
      </p:sp>
    </p:spTree>
    <p:extLst>
      <p:ext uri="{BB962C8B-B14F-4D97-AF65-F5344CB8AC3E}">
        <p14:creationId xmlns:p14="http://schemas.microsoft.com/office/powerpoint/2010/main" val="3008072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B77EB-5A54-0C07-2406-B303EA637F14}"/>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3" name="Text Placeholder 2">
            <a:extLst>
              <a:ext uri="{FF2B5EF4-FFF2-40B4-BE49-F238E27FC236}">
                <a16:creationId xmlns:a16="http://schemas.microsoft.com/office/drawing/2014/main" id="{FAEE4E71-5876-A2C4-FD26-CE548216836A}"/>
              </a:ext>
            </a:extLst>
          </p:cNvPr>
          <p:cNvSpPr>
            <a:spLocks noGrp="1"/>
          </p:cNvSpPr>
          <p:nvPr>
            <p:ph type="body" sz="quarter" idx="13"/>
          </p:nvPr>
        </p:nvSpPr>
        <p:spPr/>
        <p:txBody>
          <a:bodyPr/>
          <a:lstStyle/>
          <a:p>
            <a:r>
              <a:rPr lang="en-AU" dirty="0"/>
              <a:t>Questionnaire</a:t>
            </a:r>
          </a:p>
        </p:txBody>
      </p:sp>
      <p:sp>
        <p:nvSpPr>
          <p:cNvPr id="4" name="Text Placeholder 3">
            <a:extLst>
              <a:ext uri="{FF2B5EF4-FFF2-40B4-BE49-F238E27FC236}">
                <a16:creationId xmlns:a16="http://schemas.microsoft.com/office/drawing/2014/main" id="{E13AA2F1-3E8E-F220-694A-21D127C46EF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923499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9CE9FC-1BAC-3AC6-42B3-0FDE54699F51}"/>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3" name="Text Placeholder 2">
            <a:extLst>
              <a:ext uri="{FF2B5EF4-FFF2-40B4-BE49-F238E27FC236}">
                <a16:creationId xmlns:a16="http://schemas.microsoft.com/office/drawing/2014/main" id="{B718FE30-23A8-AFDD-958C-2AFAA59B5734}"/>
              </a:ext>
            </a:extLst>
          </p:cNvPr>
          <p:cNvSpPr>
            <a:spLocks noGrp="1"/>
          </p:cNvSpPr>
          <p:nvPr>
            <p:ph type="body" sz="quarter" idx="13"/>
          </p:nvPr>
        </p:nvSpPr>
        <p:spPr/>
        <p:txBody>
          <a:bodyPr/>
          <a:lstStyle/>
          <a:p>
            <a:r>
              <a:rPr lang="en-AU" dirty="0"/>
              <a:t>Summary</a:t>
            </a:r>
          </a:p>
        </p:txBody>
      </p:sp>
      <p:sp>
        <p:nvSpPr>
          <p:cNvPr id="4" name="Text Placeholder 3">
            <a:extLst>
              <a:ext uri="{FF2B5EF4-FFF2-40B4-BE49-F238E27FC236}">
                <a16:creationId xmlns:a16="http://schemas.microsoft.com/office/drawing/2014/main" id="{B463E487-B00A-BEE0-0687-C8749E4C9DEF}"/>
              </a:ext>
            </a:extLst>
          </p:cNvPr>
          <p:cNvSpPr>
            <a:spLocks noGrp="1"/>
          </p:cNvSpPr>
          <p:nvPr>
            <p:ph type="body" sz="quarter" idx="14"/>
          </p:nvPr>
        </p:nvSpPr>
        <p:spPr/>
        <p:txBody>
          <a:bodyPr/>
          <a:lstStyle/>
          <a:p>
            <a:r>
              <a:rPr lang="en-AU" dirty="0"/>
              <a:t>Give a brief presentation on what material you chose and why!</a:t>
            </a:r>
          </a:p>
        </p:txBody>
      </p:sp>
    </p:spTree>
    <p:extLst>
      <p:ext uri="{BB962C8B-B14F-4D97-AF65-F5344CB8AC3E}">
        <p14:creationId xmlns:p14="http://schemas.microsoft.com/office/powerpoint/2010/main" val="2852150750"/>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2157dbb-e8bd-40dc-8d00-3f08c234ac47}" enabled="0" method="" siteId="{72157dbb-e8bd-40dc-8d00-3f08c234ac47}" removed="1"/>
</clbl:labelList>
</file>

<file path=docProps/app.xml><?xml version="1.0" encoding="utf-8"?>
<Properties xmlns="http://schemas.openxmlformats.org/officeDocument/2006/extended-properties" xmlns:vt="http://schemas.openxmlformats.org/officeDocument/2006/docPropsVTypes">
  <TotalTime>2946</TotalTime>
  <Words>1428</Words>
  <Application>Microsoft Office PowerPoint</Application>
  <PresentationFormat>A4 Paper (210x297 mm)</PresentationFormat>
  <Paragraphs>160</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Berlin Sans FB Demi</vt:lpstr>
      <vt:lpstr>Wingdings</vt:lpstr>
      <vt:lpstr>Berlin Sans FB</vt:lpstr>
      <vt:lpstr>Calibri</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Cute Abstract Aesthetic Chronology Timeline Infographic</dc:title>
  <dc:creator>Sophia Jäger</dc:creator>
  <cp:lastModifiedBy>Ben Kelly</cp:lastModifiedBy>
  <cp:revision>4</cp:revision>
  <dcterms:created xsi:type="dcterms:W3CDTF">2006-08-16T00:00:00Z</dcterms:created>
  <dcterms:modified xsi:type="dcterms:W3CDTF">2026-03-13T00:21:40Z</dcterms:modified>
  <dc:identifier>DAGuyFn6prM</dc:identifier>
</cp:coreProperties>
</file>